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2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DE2D65-AC21-4B1E-8439-31EEF59809A1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4F06B16-018D-45A2-B0F7-1BF2671167F3}">
      <dgm:prSet/>
      <dgm:spPr/>
      <dgm:t>
        <a:bodyPr/>
        <a:lstStyle/>
        <a:p>
          <a:r>
            <a:rPr lang="en-US"/>
            <a:t>Objective: Convert casual riders to annual members.</a:t>
          </a:r>
        </a:p>
      </dgm:t>
    </dgm:pt>
    <dgm:pt modelId="{5A5C7A7B-1F78-4BFE-A4A4-8CCCC1392EB7}" type="parTrans" cxnId="{4F78BEC3-4AB6-4B47-892D-18C244E52D83}">
      <dgm:prSet/>
      <dgm:spPr/>
      <dgm:t>
        <a:bodyPr/>
        <a:lstStyle/>
        <a:p>
          <a:endParaRPr lang="en-US"/>
        </a:p>
      </dgm:t>
    </dgm:pt>
    <dgm:pt modelId="{93E46F2C-69AE-4681-BFF1-C71B47EA42AE}" type="sibTrans" cxnId="{4F78BEC3-4AB6-4B47-892D-18C244E52D83}">
      <dgm:prSet/>
      <dgm:spPr/>
      <dgm:t>
        <a:bodyPr/>
        <a:lstStyle/>
        <a:p>
          <a:endParaRPr lang="en-US"/>
        </a:p>
      </dgm:t>
    </dgm:pt>
    <dgm:pt modelId="{21C21706-C2CE-491B-B38A-02A4C53C632D}">
      <dgm:prSet/>
      <dgm:spPr/>
      <dgm:t>
        <a:bodyPr/>
        <a:lstStyle/>
        <a:p>
          <a:r>
            <a:rPr lang="en-US"/>
            <a:t>Old hypothesis: daylight drives ridership.</a:t>
          </a:r>
        </a:p>
      </dgm:t>
    </dgm:pt>
    <dgm:pt modelId="{C400F000-FAB2-419D-82E4-CAF3DC9BA53B}" type="parTrans" cxnId="{968734D3-BC27-47EF-B94F-30C25DE3AB22}">
      <dgm:prSet/>
      <dgm:spPr/>
      <dgm:t>
        <a:bodyPr/>
        <a:lstStyle/>
        <a:p>
          <a:endParaRPr lang="en-US"/>
        </a:p>
      </dgm:t>
    </dgm:pt>
    <dgm:pt modelId="{98DDECDD-58A0-4C5A-83D7-EAFEE757F629}" type="sibTrans" cxnId="{968734D3-BC27-47EF-B94F-30C25DE3AB22}">
      <dgm:prSet/>
      <dgm:spPr/>
      <dgm:t>
        <a:bodyPr/>
        <a:lstStyle/>
        <a:p>
          <a:endParaRPr lang="en-US"/>
        </a:p>
      </dgm:t>
    </dgm:pt>
    <dgm:pt modelId="{A7579A0F-EC5D-413F-85A5-111214362AAC}">
      <dgm:prSet/>
      <dgm:spPr/>
      <dgm:t>
        <a:bodyPr/>
        <a:lstStyle/>
        <a:p>
          <a:r>
            <a:rPr lang="en-US"/>
            <a:t>Reality: temperature has a much stronger relationship with casual ridership than daylight.</a:t>
          </a:r>
        </a:p>
      </dgm:t>
    </dgm:pt>
    <dgm:pt modelId="{35897C1B-35C7-4479-A9FA-F4249E30A6C0}" type="parTrans" cxnId="{6FDB68A0-173E-43BD-8E0F-32A150ABB1BC}">
      <dgm:prSet/>
      <dgm:spPr/>
      <dgm:t>
        <a:bodyPr/>
        <a:lstStyle/>
        <a:p>
          <a:endParaRPr lang="en-US"/>
        </a:p>
      </dgm:t>
    </dgm:pt>
    <dgm:pt modelId="{2547A276-8F4E-4D2C-8762-A191EE18404D}" type="sibTrans" cxnId="{6FDB68A0-173E-43BD-8E0F-32A150ABB1BC}">
      <dgm:prSet/>
      <dgm:spPr/>
      <dgm:t>
        <a:bodyPr/>
        <a:lstStyle/>
        <a:p>
          <a:endParaRPr lang="en-US"/>
        </a:p>
      </dgm:t>
    </dgm:pt>
    <dgm:pt modelId="{174E2FD4-517F-43B7-93E2-8DCE381A9F4C}" type="pres">
      <dgm:prSet presAssocID="{55DE2D65-AC21-4B1E-8439-31EEF59809A1}" presName="vert0" presStyleCnt="0">
        <dgm:presLayoutVars>
          <dgm:dir/>
          <dgm:animOne val="branch"/>
          <dgm:animLvl val="lvl"/>
        </dgm:presLayoutVars>
      </dgm:prSet>
      <dgm:spPr/>
    </dgm:pt>
    <dgm:pt modelId="{18D27180-1A49-446D-8EC1-82AB3E84F744}" type="pres">
      <dgm:prSet presAssocID="{54F06B16-018D-45A2-B0F7-1BF2671167F3}" presName="thickLine" presStyleLbl="alignNode1" presStyleIdx="0" presStyleCnt="3"/>
      <dgm:spPr/>
    </dgm:pt>
    <dgm:pt modelId="{9B3006D3-DEA7-4E7B-B5DA-06528BE3FC57}" type="pres">
      <dgm:prSet presAssocID="{54F06B16-018D-45A2-B0F7-1BF2671167F3}" presName="horz1" presStyleCnt="0"/>
      <dgm:spPr/>
    </dgm:pt>
    <dgm:pt modelId="{C56A52C7-B035-47D4-BC5F-F4C4EF6BF4F8}" type="pres">
      <dgm:prSet presAssocID="{54F06B16-018D-45A2-B0F7-1BF2671167F3}" presName="tx1" presStyleLbl="revTx" presStyleIdx="0" presStyleCnt="3"/>
      <dgm:spPr/>
    </dgm:pt>
    <dgm:pt modelId="{4DC52C3E-3B26-4F5C-AFB1-18E9E2D630EB}" type="pres">
      <dgm:prSet presAssocID="{54F06B16-018D-45A2-B0F7-1BF2671167F3}" presName="vert1" presStyleCnt="0"/>
      <dgm:spPr/>
    </dgm:pt>
    <dgm:pt modelId="{A98D12A8-C0D5-42D7-B515-651DFC25C058}" type="pres">
      <dgm:prSet presAssocID="{21C21706-C2CE-491B-B38A-02A4C53C632D}" presName="thickLine" presStyleLbl="alignNode1" presStyleIdx="1" presStyleCnt="3"/>
      <dgm:spPr/>
    </dgm:pt>
    <dgm:pt modelId="{D62E3D62-9781-4FAE-B905-F494B564477C}" type="pres">
      <dgm:prSet presAssocID="{21C21706-C2CE-491B-B38A-02A4C53C632D}" presName="horz1" presStyleCnt="0"/>
      <dgm:spPr/>
    </dgm:pt>
    <dgm:pt modelId="{E09588EA-2F0E-42A9-BEE0-383E835654AE}" type="pres">
      <dgm:prSet presAssocID="{21C21706-C2CE-491B-B38A-02A4C53C632D}" presName="tx1" presStyleLbl="revTx" presStyleIdx="1" presStyleCnt="3"/>
      <dgm:spPr/>
    </dgm:pt>
    <dgm:pt modelId="{14E3334E-84CA-455F-A309-13A317B9E60D}" type="pres">
      <dgm:prSet presAssocID="{21C21706-C2CE-491B-B38A-02A4C53C632D}" presName="vert1" presStyleCnt="0"/>
      <dgm:spPr/>
    </dgm:pt>
    <dgm:pt modelId="{42188183-7FDA-4F22-B89B-02EFDA029197}" type="pres">
      <dgm:prSet presAssocID="{A7579A0F-EC5D-413F-85A5-111214362AAC}" presName="thickLine" presStyleLbl="alignNode1" presStyleIdx="2" presStyleCnt="3"/>
      <dgm:spPr/>
    </dgm:pt>
    <dgm:pt modelId="{C56D15F1-8BE6-41F9-B8E6-787C63AB2859}" type="pres">
      <dgm:prSet presAssocID="{A7579A0F-EC5D-413F-85A5-111214362AAC}" presName="horz1" presStyleCnt="0"/>
      <dgm:spPr/>
    </dgm:pt>
    <dgm:pt modelId="{C005B49F-95F7-403F-BF2C-7D3740CD09F6}" type="pres">
      <dgm:prSet presAssocID="{A7579A0F-EC5D-413F-85A5-111214362AAC}" presName="tx1" presStyleLbl="revTx" presStyleIdx="2" presStyleCnt="3"/>
      <dgm:spPr/>
    </dgm:pt>
    <dgm:pt modelId="{F562C19D-B153-4C3F-87BB-20FB8F090ED4}" type="pres">
      <dgm:prSet presAssocID="{A7579A0F-EC5D-413F-85A5-111214362AAC}" presName="vert1" presStyleCnt="0"/>
      <dgm:spPr/>
    </dgm:pt>
  </dgm:ptLst>
  <dgm:cxnLst>
    <dgm:cxn modelId="{CE71E458-02E7-4810-8873-6194BAA380B1}" type="presOf" srcId="{55DE2D65-AC21-4B1E-8439-31EEF59809A1}" destId="{174E2FD4-517F-43B7-93E2-8DCE381A9F4C}" srcOrd="0" destOrd="0" presId="urn:microsoft.com/office/officeart/2008/layout/LinedList"/>
    <dgm:cxn modelId="{B4166786-69B7-4124-8DFE-C754C321FF7A}" type="presOf" srcId="{54F06B16-018D-45A2-B0F7-1BF2671167F3}" destId="{C56A52C7-B035-47D4-BC5F-F4C4EF6BF4F8}" srcOrd="0" destOrd="0" presId="urn:microsoft.com/office/officeart/2008/layout/LinedList"/>
    <dgm:cxn modelId="{6FDB68A0-173E-43BD-8E0F-32A150ABB1BC}" srcId="{55DE2D65-AC21-4B1E-8439-31EEF59809A1}" destId="{A7579A0F-EC5D-413F-85A5-111214362AAC}" srcOrd="2" destOrd="0" parTransId="{35897C1B-35C7-4479-A9FA-F4249E30A6C0}" sibTransId="{2547A276-8F4E-4D2C-8762-A191EE18404D}"/>
    <dgm:cxn modelId="{4F78BEC3-4AB6-4B47-892D-18C244E52D83}" srcId="{55DE2D65-AC21-4B1E-8439-31EEF59809A1}" destId="{54F06B16-018D-45A2-B0F7-1BF2671167F3}" srcOrd="0" destOrd="0" parTransId="{5A5C7A7B-1F78-4BFE-A4A4-8CCCC1392EB7}" sibTransId="{93E46F2C-69AE-4681-BFF1-C71B47EA42AE}"/>
    <dgm:cxn modelId="{63A524C5-9F70-4659-B8EC-BF9721DB8A6C}" type="presOf" srcId="{A7579A0F-EC5D-413F-85A5-111214362AAC}" destId="{C005B49F-95F7-403F-BF2C-7D3740CD09F6}" srcOrd="0" destOrd="0" presId="urn:microsoft.com/office/officeart/2008/layout/LinedList"/>
    <dgm:cxn modelId="{968734D3-BC27-47EF-B94F-30C25DE3AB22}" srcId="{55DE2D65-AC21-4B1E-8439-31EEF59809A1}" destId="{21C21706-C2CE-491B-B38A-02A4C53C632D}" srcOrd="1" destOrd="0" parTransId="{C400F000-FAB2-419D-82E4-CAF3DC9BA53B}" sibTransId="{98DDECDD-58A0-4C5A-83D7-EAFEE757F629}"/>
    <dgm:cxn modelId="{EF139BD3-5823-49B3-9F2F-054AA21A46E9}" type="presOf" srcId="{21C21706-C2CE-491B-B38A-02A4C53C632D}" destId="{E09588EA-2F0E-42A9-BEE0-383E835654AE}" srcOrd="0" destOrd="0" presId="urn:microsoft.com/office/officeart/2008/layout/LinedList"/>
    <dgm:cxn modelId="{14C4CAC5-6210-4C05-A8C0-F9C516EB33BC}" type="presParOf" srcId="{174E2FD4-517F-43B7-93E2-8DCE381A9F4C}" destId="{18D27180-1A49-446D-8EC1-82AB3E84F744}" srcOrd="0" destOrd="0" presId="urn:microsoft.com/office/officeart/2008/layout/LinedList"/>
    <dgm:cxn modelId="{84207B3C-D7D5-4D7A-A4A9-D97ED1B1A9C3}" type="presParOf" srcId="{174E2FD4-517F-43B7-93E2-8DCE381A9F4C}" destId="{9B3006D3-DEA7-4E7B-B5DA-06528BE3FC57}" srcOrd="1" destOrd="0" presId="urn:microsoft.com/office/officeart/2008/layout/LinedList"/>
    <dgm:cxn modelId="{E7AEB58E-5DDA-4578-A38F-8FD2B609652D}" type="presParOf" srcId="{9B3006D3-DEA7-4E7B-B5DA-06528BE3FC57}" destId="{C56A52C7-B035-47D4-BC5F-F4C4EF6BF4F8}" srcOrd="0" destOrd="0" presId="urn:microsoft.com/office/officeart/2008/layout/LinedList"/>
    <dgm:cxn modelId="{2DA1DC0D-8315-4AAB-96D9-C5643F225DCD}" type="presParOf" srcId="{9B3006D3-DEA7-4E7B-B5DA-06528BE3FC57}" destId="{4DC52C3E-3B26-4F5C-AFB1-18E9E2D630EB}" srcOrd="1" destOrd="0" presId="urn:microsoft.com/office/officeart/2008/layout/LinedList"/>
    <dgm:cxn modelId="{17F4822E-6878-4067-B532-E19D3B164B83}" type="presParOf" srcId="{174E2FD4-517F-43B7-93E2-8DCE381A9F4C}" destId="{A98D12A8-C0D5-42D7-B515-651DFC25C058}" srcOrd="2" destOrd="0" presId="urn:microsoft.com/office/officeart/2008/layout/LinedList"/>
    <dgm:cxn modelId="{75140CE0-F6FF-468D-B7B2-A0D3922E86B5}" type="presParOf" srcId="{174E2FD4-517F-43B7-93E2-8DCE381A9F4C}" destId="{D62E3D62-9781-4FAE-B905-F494B564477C}" srcOrd="3" destOrd="0" presId="urn:microsoft.com/office/officeart/2008/layout/LinedList"/>
    <dgm:cxn modelId="{8141EDF3-E510-477A-B294-A6C76FD0AF7D}" type="presParOf" srcId="{D62E3D62-9781-4FAE-B905-F494B564477C}" destId="{E09588EA-2F0E-42A9-BEE0-383E835654AE}" srcOrd="0" destOrd="0" presId="urn:microsoft.com/office/officeart/2008/layout/LinedList"/>
    <dgm:cxn modelId="{AC91B591-5959-4F30-A9C6-68687333001F}" type="presParOf" srcId="{D62E3D62-9781-4FAE-B905-F494B564477C}" destId="{14E3334E-84CA-455F-A309-13A317B9E60D}" srcOrd="1" destOrd="0" presId="urn:microsoft.com/office/officeart/2008/layout/LinedList"/>
    <dgm:cxn modelId="{C4CF66E5-83E7-46DA-A5C9-CC202458AE1D}" type="presParOf" srcId="{174E2FD4-517F-43B7-93E2-8DCE381A9F4C}" destId="{42188183-7FDA-4F22-B89B-02EFDA029197}" srcOrd="4" destOrd="0" presId="urn:microsoft.com/office/officeart/2008/layout/LinedList"/>
    <dgm:cxn modelId="{26545090-5ED1-450E-A5D4-7ECB3133C3D1}" type="presParOf" srcId="{174E2FD4-517F-43B7-93E2-8DCE381A9F4C}" destId="{C56D15F1-8BE6-41F9-B8E6-787C63AB2859}" srcOrd="5" destOrd="0" presId="urn:microsoft.com/office/officeart/2008/layout/LinedList"/>
    <dgm:cxn modelId="{4B540789-550E-4687-A71C-36B20A1177DC}" type="presParOf" srcId="{C56D15F1-8BE6-41F9-B8E6-787C63AB2859}" destId="{C005B49F-95F7-403F-BF2C-7D3740CD09F6}" srcOrd="0" destOrd="0" presId="urn:microsoft.com/office/officeart/2008/layout/LinedList"/>
    <dgm:cxn modelId="{2AB8D4C1-3FF5-4E56-B8BE-7962DB926007}" type="presParOf" srcId="{C56D15F1-8BE6-41F9-B8E6-787C63AB2859}" destId="{F562C19D-B153-4C3F-87BB-20FB8F090E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19BF7A-220A-4388-92ED-FD20FE3B29E5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10589DF-BBCF-4346-8A7C-74D9A044DD3B}">
      <dgm:prSet/>
      <dgm:spPr/>
      <dgm:t>
        <a:bodyPr/>
        <a:lstStyle/>
        <a:p>
          <a:r>
            <a:rPr lang="en-US"/>
            <a:t>70% of weekday rides are by members.</a:t>
          </a:r>
        </a:p>
      </dgm:t>
    </dgm:pt>
    <dgm:pt modelId="{B0EF691B-648B-4871-AC30-00A99AB07A90}" type="parTrans" cxnId="{6E53A485-2A8E-4139-87ED-E4EB67B1C091}">
      <dgm:prSet/>
      <dgm:spPr/>
      <dgm:t>
        <a:bodyPr/>
        <a:lstStyle/>
        <a:p>
          <a:endParaRPr lang="en-US"/>
        </a:p>
      </dgm:t>
    </dgm:pt>
    <dgm:pt modelId="{33995B25-A43C-44F2-84FD-9E1EC3B3807D}" type="sibTrans" cxnId="{6E53A485-2A8E-4139-87ED-E4EB67B1C091}">
      <dgm:prSet/>
      <dgm:spPr/>
      <dgm:t>
        <a:bodyPr/>
        <a:lstStyle/>
        <a:p>
          <a:endParaRPr lang="en-US"/>
        </a:p>
      </dgm:t>
    </dgm:pt>
    <dgm:pt modelId="{ED2FADB3-7267-4951-9B72-A42557503E6A}">
      <dgm:prSet/>
      <dgm:spPr/>
      <dgm:t>
        <a:bodyPr/>
        <a:lstStyle/>
        <a:p>
          <a:r>
            <a:rPr lang="en-US"/>
            <a:t>Weekend casual share approaches 50%.</a:t>
          </a:r>
        </a:p>
      </dgm:t>
    </dgm:pt>
    <dgm:pt modelId="{CABE1A40-5619-4443-B036-9B7C8E9EAD14}" type="parTrans" cxnId="{1F7BA5AF-CCB9-4EE0-824D-1318FB5872F4}">
      <dgm:prSet/>
      <dgm:spPr/>
      <dgm:t>
        <a:bodyPr/>
        <a:lstStyle/>
        <a:p>
          <a:endParaRPr lang="en-US"/>
        </a:p>
      </dgm:t>
    </dgm:pt>
    <dgm:pt modelId="{59F8CA1D-3789-4CFD-A679-0D833DA5BDB8}" type="sibTrans" cxnId="{1F7BA5AF-CCB9-4EE0-824D-1318FB5872F4}">
      <dgm:prSet/>
      <dgm:spPr/>
      <dgm:t>
        <a:bodyPr/>
        <a:lstStyle/>
        <a:p>
          <a:endParaRPr lang="en-US"/>
        </a:p>
      </dgm:t>
    </dgm:pt>
    <dgm:pt modelId="{E59981B6-DCF0-4E6B-BBE5-3C29F50CF1BC}">
      <dgm:prSet/>
      <dgm:spPr/>
      <dgm:t>
        <a:bodyPr/>
        <a:lstStyle/>
        <a:p>
          <a:r>
            <a:rPr lang="en-US"/>
            <a:t>Avg duration: Members 13 min vs Casual 20 min (+54%).</a:t>
          </a:r>
        </a:p>
      </dgm:t>
    </dgm:pt>
    <dgm:pt modelId="{247C4247-B333-4E1D-AE76-F3EBFBE57FC2}" type="parTrans" cxnId="{2230E764-1036-4F31-8A84-267F9441E6EE}">
      <dgm:prSet/>
      <dgm:spPr/>
      <dgm:t>
        <a:bodyPr/>
        <a:lstStyle/>
        <a:p>
          <a:endParaRPr lang="en-US"/>
        </a:p>
      </dgm:t>
    </dgm:pt>
    <dgm:pt modelId="{F04B279F-8B1A-4A52-8CB8-D0AF025DD33F}" type="sibTrans" cxnId="{2230E764-1036-4F31-8A84-267F9441E6EE}">
      <dgm:prSet/>
      <dgm:spPr/>
      <dgm:t>
        <a:bodyPr/>
        <a:lstStyle/>
        <a:p>
          <a:endParaRPr lang="en-US"/>
        </a:p>
      </dgm:t>
    </dgm:pt>
    <dgm:pt modelId="{604C3095-A6C0-43B2-B004-10974BE57503}">
      <dgm:prSet/>
      <dgm:spPr/>
      <dgm:t>
        <a:bodyPr/>
        <a:lstStyle/>
        <a:p>
          <a:r>
            <a:rPr lang="en-US"/>
            <a:t>Strategy: Weekday Commuter Trial.</a:t>
          </a:r>
        </a:p>
      </dgm:t>
    </dgm:pt>
    <dgm:pt modelId="{6AFF2289-2697-4D58-8E63-73E415B369F4}" type="parTrans" cxnId="{928482FC-67E7-4CB4-AE90-5B8D03B8E920}">
      <dgm:prSet/>
      <dgm:spPr/>
      <dgm:t>
        <a:bodyPr/>
        <a:lstStyle/>
        <a:p>
          <a:endParaRPr lang="en-US"/>
        </a:p>
      </dgm:t>
    </dgm:pt>
    <dgm:pt modelId="{2FF2BD4D-0F4F-4833-A9BE-ED9FC109592F}" type="sibTrans" cxnId="{928482FC-67E7-4CB4-AE90-5B8D03B8E920}">
      <dgm:prSet/>
      <dgm:spPr/>
      <dgm:t>
        <a:bodyPr/>
        <a:lstStyle/>
        <a:p>
          <a:endParaRPr lang="en-US"/>
        </a:p>
      </dgm:t>
    </dgm:pt>
    <dgm:pt modelId="{AABC754A-9B3D-4FCA-A505-73ABA77517FF}" type="pres">
      <dgm:prSet presAssocID="{7D19BF7A-220A-4388-92ED-FD20FE3B29E5}" presName="vert0" presStyleCnt="0">
        <dgm:presLayoutVars>
          <dgm:dir/>
          <dgm:animOne val="branch"/>
          <dgm:animLvl val="lvl"/>
        </dgm:presLayoutVars>
      </dgm:prSet>
      <dgm:spPr/>
    </dgm:pt>
    <dgm:pt modelId="{17000439-6454-40BD-835B-699764725FB9}" type="pres">
      <dgm:prSet presAssocID="{310589DF-BBCF-4346-8A7C-74D9A044DD3B}" presName="thickLine" presStyleLbl="alignNode1" presStyleIdx="0" presStyleCnt="4"/>
      <dgm:spPr/>
    </dgm:pt>
    <dgm:pt modelId="{E2BEF07E-349E-453B-9476-F1B073751B5A}" type="pres">
      <dgm:prSet presAssocID="{310589DF-BBCF-4346-8A7C-74D9A044DD3B}" presName="horz1" presStyleCnt="0"/>
      <dgm:spPr/>
    </dgm:pt>
    <dgm:pt modelId="{3F8C11A1-E219-4E47-B459-A940BE1593B0}" type="pres">
      <dgm:prSet presAssocID="{310589DF-BBCF-4346-8A7C-74D9A044DD3B}" presName="tx1" presStyleLbl="revTx" presStyleIdx="0" presStyleCnt="4"/>
      <dgm:spPr/>
    </dgm:pt>
    <dgm:pt modelId="{8750B901-B8A2-426A-AFF0-65518DF4E481}" type="pres">
      <dgm:prSet presAssocID="{310589DF-BBCF-4346-8A7C-74D9A044DD3B}" presName="vert1" presStyleCnt="0"/>
      <dgm:spPr/>
    </dgm:pt>
    <dgm:pt modelId="{3DB666AD-26F7-40A5-B2AD-6D1236015050}" type="pres">
      <dgm:prSet presAssocID="{ED2FADB3-7267-4951-9B72-A42557503E6A}" presName="thickLine" presStyleLbl="alignNode1" presStyleIdx="1" presStyleCnt="4"/>
      <dgm:spPr/>
    </dgm:pt>
    <dgm:pt modelId="{10A55DD1-157F-421F-AF35-09A5EC8EEB4F}" type="pres">
      <dgm:prSet presAssocID="{ED2FADB3-7267-4951-9B72-A42557503E6A}" presName="horz1" presStyleCnt="0"/>
      <dgm:spPr/>
    </dgm:pt>
    <dgm:pt modelId="{45BA45EE-9E19-4C69-9EA2-F284B94A3A00}" type="pres">
      <dgm:prSet presAssocID="{ED2FADB3-7267-4951-9B72-A42557503E6A}" presName="tx1" presStyleLbl="revTx" presStyleIdx="1" presStyleCnt="4"/>
      <dgm:spPr/>
    </dgm:pt>
    <dgm:pt modelId="{B1C88E20-39D4-4741-9176-03B91E81CB00}" type="pres">
      <dgm:prSet presAssocID="{ED2FADB3-7267-4951-9B72-A42557503E6A}" presName="vert1" presStyleCnt="0"/>
      <dgm:spPr/>
    </dgm:pt>
    <dgm:pt modelId="{C22E81C2-7BEE-4FCA-B637-2EB362B91E7D}" type="pres">
      <dgm:prSet presAssocID="{E59981B6-DCF0-4E6B-BBE5-3C29F50CF1BC}" presName="thickLine" presStyleLbl="alignNode1" presStyleIdx="2" presStyleCnt="4"/>
      <dgm:spPr/>
    </dgm:pt>
    <dgm:pt modelId="{583327E7-1A4C-4537-BC3B-562BD367FE30}" type="pres">
      <dgm:prSet presAssocID="{E59981B6-DCF0-4E6B-BBE5-3C29F50CF1BC}" presName="horz1" presStyleCnt="0"/>
      <dgm:spPr/>
    </dgm:pt>
    <dgm:pt modelId="{DCD3E974-43EF-491E-B231-89BEABAFA9E0}" type="pres">
      <dgm:prSet presAssocID="{E59981B6-DCF0-4E6B-BBE5-3C29F50CF1BC}" presName="tx1" presStyleLbl="revTx" presStyleIdx="2" presStyleCnt="4"/>
      <dgm:spPr/>
    </dgm:pt>
    <dgm:pt modelId="{43E99126-454E-4E9B-92B3-1A4A74E0114C}" type="pres">
      <dgm:prSet presAssocID="{E59981B6-DCF0-4E6B-BBE5-3C29F50CF1BC}" presName="vert1" presStyleCnt="0"/>
      <dgm:spPr/>
    </dgm:pt>
    <dgm:pt modelId="{3B1B7835-B23E-4951-979D-5F75031B0F4E}" type="pres">
      <dgm:prSet presAssocID="{604C3095-A6C0-43B2-B004-10974BE57503}" presName="thickLine" presStyleLbl="alignNode1" presStyleIdx="3" presStyleCnt="4"/>
      <dgm:spPr/>
    </dgm:pt>
    <dgm:pt modelId="{0B5AED25-AF50-4839-87AF-55329B3B20F8}" type="pres">
      <dgm:prSet presAssocID="{604C3095-A6C0-43B2-B004-10974BE57503}" presName="horz1" presStyleCnt="0"/>
      <dgm:spPr/>
    </dgm:pt>
    <dgm:pt modelId="{E27810BB-5491-447A-B180-2B07E199BF6A}" type="pres">
      <dgm:prSet presAssocID="{604C3095-A6C0-43B2-B004-10974BE57503}" presName="tx1" presStyleLbl="revTx" presStyleIdx="3" presStyleCnt="4"/>
      <dgm:spPr/>
    </dgm:pt>
    <dgm:pt modelId="{83A36FA3-9120-4ED1-ACAB-C1CE15ADCCEA}" type="pres">
      <dgm:prSet presAssocID="{604C3095-A6C0-43B2-B004-10974BE57503}" presName="vert1" presStyleCnt="0"/>
      <dgm:spPr/>
    </dgm:pt>
  </dgm:ptLst>
  <dgm:cxnLst>
    <dgm:cxn modelId="{496B520B-32B3-4842-926C-571FC8E5C3C6}" type="presOf" srcId="{7D19BF7A-220A-4388-92ED-FD20FE3B29E5}" destId="{AABC754A-9B3D-4FCA-A505-73ABA77517FF}" srcOrd="0" destOrd="0" presId="urn:microsoft.com/office/officeart/2008/layout/LinedList"/>
    <dgm:cxn modelId="{AF8D1328-B8E7-47D4-A0B3-5BA4CB062F10}" type="presOf" srcId="{E59981B6-DCF0-4E6B-BBE5-3C29F50CF1BC}" destId="{DCD3E974-43EF-491E-B231-89BEABAFA9E0}" srcOrd="0" destOrd="0" presId="urn:microsoft.com/office/officeart/2008/layout/LinedList"/>
    <dgm:cxn modelId="{2230E764-1036-4F31-8A84-267F9441E6EE}" srcId="{7D19BF7A-220A-4388-92ED-FD20FE3B29E5}" destId="{E59981B6-DCF0-4E6B-BBE5-3C29F50CF1BC}" srcOrd="2" destOrd="0" parTransId="{247C4247-B333-4E1D-AE76-F3EBFBE57FC2}" sibTransId="{F04B279F-8B1A-4A52-8CB8-D0AF025DD33F}"/>
    <dgm:cxn modelId="{0D773454-FB8B-49EC-B736-D6FA0389F798}" type="presOf" srcId="{604C3095-A6C0-43B2-B004-10974BE57503}" destId="{E27810BB-5491-447A-B180-2B07E199BF6A}" srcOrd="0" destOrd="0" presId="urn:microsoft.com/office/officeart/2008/layout/LinedList"/>
    <dgm:cxn modelId="{DB114583-B9A8-4E69-8DE5-B5E9B2C929C6}" type="presOf" srcId="{ED2FADB3-7267-4951-9B72-A42557503E6A}" destId="{45BA45EE-9E19-4C69-9EA2-F284B94A3A00}" srcOrd="0" destOrd="0" presId="urn:microsoft.com/office/officeart/2008/layout/LinedList"/>
    <dgm:cxn modelId="{6E53A485-2A8E-4139-87ED-E4EB67B1C091}" srcId="{7D19BF7A-220A-4388-92ED-FD20FE3B29E5}" destId="{310589DF-BBCF-4346-8A7C-74D9A044DD3B}" srcOrd="0" destOrd="0" parTransId="{B0EF691B-648B-4871-AC30-00A99AB07A90}" sibTransId="{33995B25-A43C-44F2-84FD-9E1EC3B3807D}"/>
    <dgm:cxn modelId="{1F7BA5AF-CCB9-4EE0-824D-1318FB5872F4}" srcId="{7D19BF7A-220A-4388-92ED-FD20FE3B29E5}" destId="{ED2FADB3-7267-4951-9B72-A42557503E6A}" srcOrd="1" destOrd="0" parTransId="{CABE1A40-5619-4443-B036-9B7C8E9EAD14}" sibTransId="{59F8CA1D-3789-4CFD-A679-0D833DA5BDB8}"/>
    <dgm:cxn modelId="{D820DEBB-D5D3-4950-A5B7-F0EE8F9CC4FE}" type="presOf" srcId="{310589DF-BBCF-4346-8A7C-74D9A044DD3B}" destId="{3F8C11A1-E219-4E47-B459-A940BE1593B0}" srcOrd="0" destOrd="0" presId="urn:microsoft.com/office/officeart/2008/layout/LinedList"/>
    <dgm:cxn modelId="{928482FC-67E7-4CB4-AE90-5B8D03B8E920}" srcId="{7D19BF7A-220A-4388-92ED-FD20FE3B29E5}" destId="{604C3095-A6C0-43B2-B004-10974BE57503}" srcOrd="3" destOrd="0" parTransId="{6AFF2289-2697-4D58-8E63-73E415B369F4}" sibTransId="{2FF2BD4D-0F4F-4833-A9BE-ED9FC109592F}"/>
    <dgm:cxn modelId="{38D7DA94-C0CA-47EB-854E-FA83D9FD6D0E}" type="presParOf" srcId="{AABC754A-9B3D-4FCA-A505-73ABA77517FF}" destId="{17000439-6454-40BD-835B-699764725FB9}" srcOrd="0" destOrd="0" presId="urn:microsoft.com/office/officeart/2008/layout/LinedList"/>
    <dgm:cxn modelId="{932F1A57-DDF2-4B79-9361-24286A0CD77C}" type="presParOf" srcId="{AABC754A-9B3D-4FCA-A505-73ABA77517FF}" destId="{E2BEF07E-349E-453B-9476-F1B073751B5A}" srcOrd="1" destOrd="0" presId="urn:microsoft.com/office/officeart/2008/layout/LinedList"/>
    <dgm:cxn modelId="{73D8095D-82C5-44B6-ABDB-5F3D26812EAD}" type="presParOf" srcId="{E2BEF07E-349E-453B-9476-F1B073751B5A}" destId="{3F8C11A1-E219-4E47-B459-A940BE1593B0}" srcOrd="0" destOrd="0" presId="urn:microsoft.com/office/officeart/2008/layout/LinedList"/>
    <dgm:cxn modelId="{5D5EBECC-799F-4F9B-8B84-160EF877D5BD}" type="presParOf" srcId="{E2BEF07E-349E-453B-9476-F1B073751B5A}" destId="{8750B901-B8A2-426A-AFF0-65518DF4E481}" srcOrd="1" destOrd="0" presId="urn:microsoft.com/office/officeart/2008/layout/LinedList"/>
    <dgm:cxn modelId="{30568DF7-9F88-4496-944E-A8BF107832C4}" type="presParOf" srcId="{AABC754A-9B3D-4FCA-A505-73ABA77517FF}" destId="{3DB666AD-26F7-40A5-B2AD-6D1236015050}" srcOrd="2" destOrd="0" presId="urn:microsoft.com/office/officeart/2008/layout/LinedList"/>
    <dgm:cxn modelId="{364794B7-E443-495B-8E97-5D19166D47F7}" type="presParOf" srcId="{AABC754A-9B3D-4FCA-A505-73ABA77517FF}" destId="{10A55DD1-157F-421F-AF35-09A5EC8EEB4F}" srcOrd="3" destOrd="0" presId="urn:microsoft.com/office/officeart/2008/layout/LinedList"/>
    <dgm:cxn modelId="{6C861D86-EC85-4EC1-8C1A-E0F93D213101}" type="presParOf" srcId="{10A55DD1-157F-421F-AF35-09A5EC8EEB4F}" destId="{45BA45EE-9E19-4C69-9EA2-F284B94A3A00}" srcOrd="0" destOrd="0" presId="urn:microsoft.com/office/officeart/2008/layout/LinedList"/>
    <dgm:cxn modelId="{4D73AE17-CF6A-4BEF-819D-A86C1E7AAE4D}" type="presParOf" srcId="{10A55DD1-157F-421F-AF35-09A5EC8EEB4F}" destId="{B1C88E20-39D4-4741-9176-03B91E81CB00}" srcOrd="1" destOrd="0" presId="urn:microsoft.com/office/officeart/2008/layout/LinedList"/>
    <dgm:cxn modelId="{7879C144-C838-4996-A27E-7A13B2CF9342}" type="presParOf" srcId="{AABC754A-9B3D-4FCA-A505-73ABA77517FF}" destId="{C22E81C2-7BEE-4FCA-B637-2EB362B91E7D}" srcOrd="4" destOrd="0" presId="urn:microsoft.com/office/officeart/2008/layout/LinedList"/>
    <dgm:cxn modelId="{DFB12137-A2D4-4B96-A5B3-8C6245D2D955}" type="presParOf" srcId="{AABC754A-9B3D-4FCA-A505-73ABA77517FF}" destId="{583327E7-1A4C-4537-BC3B-562BD367FE30}" srcOrd="5" destOrd="0" presId="urn:microsoft.com/office/officeart/2008/layout/LinedList"/>
    <dgm:cxn modelId="{F751A0FC-E7DB-4F92-989E-B531E57BE4B2}" type="presParOf" srcId="{583327E7-1A4C-4537-BC3B-562BD367FE30}" destId="{DCD3E974-43EF-491E-B231-89BEABAFA9E0}" srcOrd="0" destOrd="0" presId="urn:microsoft.com/office/officeart/2008/layout/LinedList"/>
    <dgm:cxn modelId="{0240F583-1F5A-40A5-ABC0-4BE6D47D6467}" type="presParOf" srcId="{583327E7-1A4C-4537-BC3B-562BD367FE30}" destId="{43E99126-454E-4E9B-92B3-1A4A74E0114C}" srcOrd="1" destOrd="0" presId="urn:microsoft.com/office/officeart/2008/layout/LinedList"/>
    <dgm:cxn modelId="{EEBC8B3E-D173-4E29-9630-42998D92DCAD}" type="presParOf" srcId="{AABC754A-9B3D-4FCA-A505-73ABA77517FF}" destId="{3B1B7835-B23E-4951-979D-5F75031B0F4E}" srcOrd="6" destOrd="0" presId="urn:microsoft.com/office/officeart/2008/layout/LinedList"/>
    <dgm:cxn modelId="{760CB9FD-4573-4A5B-A2C3-390944F6450B}" type="presParOf" srcId="{AABC754A-9B3D-4FCA-A505-73ABA77517FF}" destId="{0B5AED25-AF50-4839-87AF-55329B3B20F8}" srcOrd="7" destOrd="0" presId="urn:microsoft.com/office/officeart/2008/layout/LinedList"/>
    <dgm:cxn modelId="{C61F0BF3-D353-4AF6-8EB4-72F7098BC13D}" type="presParOf" srcId="{0B5AED25-AF50-4839-87AF-55329B3B20F8}" destId="{E27810BB-5491-447A-B180-2B07E199BF6A}" srcOrd="0" destOrd="0" presId="urn:microsoft.com/office/officeart/2008/layout/LinedList"/>
    <dgm:cxn modelId="{4DCB490F-D660-4AA8-8FD0-59FD27A89D58}" type="presParOf" srcId="{0B5AED25-AF50-4839-87AF-55329B3B20F8}" destId="{83A36FA3-9120-4ED1-ACAB-C1CE15ADCCE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CDF29A-C1C0-41D6-8C27-0D441DFC3303}" type="doc">
      <dgm:prSet loTypeId="urn:microsoft.com/office/officeart/2008/layout/LinedList" loCatId="list" qsTypeId="urn:microsoft.com/office/officeart/2005/8/quickstyle/simple5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6F49E434-6855-401F-B4DD-9911FA3B0E45}">
      <dgm:prSet/>
      <dgm:spPr/>
      <dgm:t>
        <a:bodyPr/>
        <a:lstStyle/>
        <a:p>
          <a:r>
            <a:rPr lang="en-US"/>
            <a:t>Q3: 2.16M rides, casual share 42.09%.</a:t>
          </a:r>
        </a:p>
      </dgm:t>
    </dgm:pt>
    <dgm:pt modelId="{AF991BE4-4DF4-4FCD-B36D-1E826B9620F2}" type="parTrans" cxnId="{4714A52E-FB01-46C9-989D-1BA1B88DF7EB}">
      <dgm:prSet/>
      <dgm:spPr/>
      <dgm:t>
        <a:bodyPr/>
        <a:lstStyle/>
        <a:p>
          <a:endParaRPr lang="en-US"/>
        </a:p>
      </dgm:t>
    </dgm:pt>
    <dgm:pt modelId="{AA74D88B-063D-4197-9432-BA43DEB0E47A}" type="sibTrans" cxnId="{4714A52E-FB01-46C9-989D-1BA1B88DF7EB}">
      <dgm:prSet/>
      <dgm:spPr/>
      <dgm:t>
        <a:bodyPr/>
        <a:lstStyle/>
        <a:p>
          <a:endParaRPr lang="en-US"/>
        </a:p>
      </dgm:t>
    </dgm:pt>
    <dgm:pt modelId="{56EF4319-19BB-4993-88F1-99CD00C74631}">
      <dgm:prSet/>
      <dgm:spPr/>
      <dgm:t>
        <a:bodyPr/>
        <a:lstStyle/>
        <a:p>
          <a:r>
            <a:rPr lang="en-US"/>
            <a:t>Q1: 467k rides, casual share 19.47%.</a:t>
          </a:r>
        </a:p>
      </dgm:t>
    </dgm:pt>
    <dgm:pt modelId="{FB0AD8FF-E37B-4C20-BB3A-EB12B6A533AF}" type="parTrans" cxnId="{D34BE0F7-1971-4DB6-B342-E0BCE3187D95}">
      <dgm:prSet/>
      <dgm:spPr/>
      <dgm:t>
        <a:bodyPr/>
        <a:lstStyle/>
        <a:p>
          <a:endParaRPr lang="en-US"/>
        </a:p>
      </dgm:t>
    </dgm:pt>
    <dgm:pt modelId="{3E4BFF69-F2F9-400E-AE21-642F2AF45F13}" type="sibTrans" cxnId="{D34BE0F7-1971-4DB6-B342-E0BCE3187D95}">
      <dgm:prSet/>
      <dgm:spPr/>
      <dgm:t>
        <a:bodyPr/>
        <a:lstStyle/>
        <a:p>
          <a:endParaRPr lang="en-US"/>
        </a:p>
      </dgm:t>
    </dgm:pt>
    <dgm:pt modelId="{2D8FED34-546D-4C3A-95DD-2CD4C1E93EF4}">
      <dgm:prSet/>
      <dgm:spPr/>
      <dgm:t>
        <a:bodyPr/>
        <a:lstStyle/>
        <a:p>
          <a:r>
            <a:rPr lang="en-US"/>
            <a:t>Temperature is the primary catalyst.</a:t>
          </a:r>
        </a:p>
      </dgm:t>
    </dgm:pt>
    <dgm:pt modelId="{F199CE33-B26F-425D-9F58-2B10508B475F}" type="parTrans" cxnId="{A298672B-A882-4BFB-B068-C6A66CDCC5CE}">
      <dgm:prSet/>
      <dgm:spPr/>
      <dgm:t>
        <a:bodyPr/>
        <a:lstStyle/>
        <a:p>
          <a:endParaRPr lang="en-US"/>
        </a:p>
      </dgm:t>
    </dgm:pt>
    <dgm:pt modelId="{1C7136DD-980B-4BAC-BCC8-25F3ECB2DC95}" type="sibTrans" cxnId="{A298672B-A882-4BFB-B068-C6A66CDCC5CE}">
      <dgm:prSet/>
      <dgm:spPr/>
      <dgm:t>
        <a:bodyPr/>
        <a:lstStyle/>
        <a:p>
          <a:endParaRPr lang="en-US"/>
        </a:p>
      </dgm:t>
    </dgm:pt>
    <dgm:pt modelId="{B72E4BD6-AF56-40AD-8090-04383CE858CB}">
      <dgm:prSet/>
      <dgm:spPr/>
      <dgm:t>
        <a:bodyPr/>
        <a:lstStyle/>
        <a:p>
          <a:r>
            <a:rPr lang="en-US"/>
            <a:t>Strategy: Weather-triggered summer promotions.</a:t>
          </a:r>
        </a:p>
      </dgm:t>
    </dgm:pt>
    <dgm:pt modelId="{DBEFA484-0088-4D10-A5A5-6A798B56883D}" type="parTrans" cxnId="{B94571CE-5BDC-4664-99DC-45FE12A8692F}">
      <dgm:prSet/>
      <dgm:spPr/>
      <dgm:t>
        <a:bodyPr/>
        <a:lstStyle/>
        <a:p>
          <a:endParaRPr lang="en-US"/>
        </a:p>
      </dgm:t>
    </dgm:pt>
    <dgm:pt modelId="{CC1EB1C7-041A-441F-9970-36A4FC759B0C}" type="sibTrans" cxnId="{B94571CE-5BDC-4664-99DC-45FE12A8692F}">
      <dgm:prSet/>
      <dgm:spPr/>
      <dgm:t>
        <a:bodyPr/>
        <a:lstStyle/>
        <a:p>
          <a:endParaRPr lang="en-US"/>
        </a:p>
      </dgm:t>
    </dgm:pt>
    <dgm:pt modelId="{DDF2E06A-E9B5-4837-9207-8CDCC29C71B6}" type="pres">
      <dgm:prSet presAssocID="{BECDF29A-C1C0-41D6-8C27-0D441DFC3303}" presName="vert0" presStyleCnt="0">
        <dgm:presLayoutVars>
          <dgm:dir/>
          <dgm:animOne val="branch"/>
          <dgm:animLvl val="lvl"/>
        </dgm:presLayoutVars>
      </dgm:prSet>
      <dgm:spPr/>
    </dgm:pt>
    <dgm:pt modelId="{F4C2F85F-94D5-478E-B447-1331C096FE1E}" type="pres">
      <dgm:prSet presAssocID="{6F49E434-6855-401F-B4DD-9911FA3B0E45}" presName="thickLine" presStyleLbl="alignNode1" presStyleIdx="0" presStyleCnt="4"/>
      <dgm:spPr/>
    </dgm:pt>
    <dgm:pt modelId="{134FF2AC-17D5-4449-9DCE-F40467A5B75E}" type="pres">
      <dgm:prSet presAssocID="{6F49E434-6855-401F-B4DD-9911FA3B0E45}" presName="horz1" presStyleCnt="0"/>
      <dgm:spPr/>
    </dgm:pt>
    <dgm:pt modelId="{8C32BD60-445F-4655-9AFF-1CDB5D05742E}" type="pres">
      <dgm:prSet presAssocID="{6F49E434-6855-401F-B4DD-9911FA3B0E45}" presName="tx1" presStyleLbl="revTx" presStyleIdx="0" presStyleCnt="4"/>
      <dgm:spPr/>
    </dgm:pt>
    <dgm:pt modelId="{B19E8A62-78E9-4D8B-88FD-4BA51A6661A3}" type="pres">
      <dgm:prSet presAssocID="{6F49E434-6855-401F-B4DD-9911FA3B0E45}" presName="vert1" presStyleCnt="0"/>
      <dgm:spPr/>
    </dgm:pt>
    <dgm:pt modelId="{6CF788E6-85CC-4242-9377-027BCB83D41C}" type="pres">
      <dgm:prSet presAssocID="{56EF4319-19BB-4993-88F1-99CD00C74631}" presName="thickLine" presStyleLbl="alignNode1" presStyleIdx="1" presStyleCnt="4"/>
      <dgm:spPr/>
    </dgm:pt>
    <dgm:pt modelId="{879C719B-B2CC-4764-8700-B64BA12307F6}" type="pres">
      <dgm:prSet presAssocID="{56EF4319-19BB-4993-88F1-99CD00C74631}" presName="horz1" presStyleCnt="0"/>
      <dgm:spPr/>
    </dgm:pt>
    <dgm:pt modelId="{E351E78E-DCF6-41DC-9B2F-A3E809DD0861}" type="pres">
      <dgm:prSet presAssocID="{56EF4319-19BB-4993-88F1-99CD00C74631}" presName="tx1" presStyleLbl="revTx" presStyleIdx="1" presStyleCnt="4"/>
      <dgm:spPr/>
    </dgm:pt>
    <dgm:pt modelId="{20FA8AF7-6504-4373-81CC-E0A8ABCBBF98}" type="pres">
      <dgm:prSet presAssocID="{56EF4319-19BB-4993-88F1-99CD00C74631}" presName="vert1" presStyleCnt="0"/>
      <dgm:spPr/>
    </dgm:pt>
    <dgm:pt modelId="{12749FE5-7281-41DD-B565-6BA8AE23381F}" type="pres">
      <dgm:prSet presAssocID="{2D8FED34-546D-4C3A-95DD-2CD4C1E93EF4}" presName="thickLine" presStyleLbl="alignNode1" presStyleIdx="2" presStyleCnt="4"/>
      <dgm:spPr/>
    </dgm:pt>
    <dgm:pt modelId="{107B1908-1960-4426-81FB-E6FBE5BDC626}" type="pres">
      <dgm:prSet presAssocID="{2D8FED34-546D-4C3A-95DD-2CD4C1E93EF4}" presName="horz1" presStyleCnt="0"/>
      <dgm:spPr/>
    </dgm:pt>
    <dgm:pt modelId="{05782FA1-9D83-4590-A582-13AB3F5C3C14}" type="pres">
      <dgm:prSet presAssocID="{2D8FED34-546D-4C3A-95DD-2CD4C1E93EF4}" presName="tx1" presStyleLbl="revTx" presStyleIdx="2" presStyleCnt="4"/>
      <dgm:spPr/>
    </dgm:pt>
    <dgm:pt modelId="{E54F28FA-DDD4-4B16-9DD9-383E16C73421}" type="pres">
      <dgm:prSet presAssocID="{2D8FED34-546D-4C3A-95DD-2CD4C1E93EF4}" presName="vert1" presStyleCnt="0"/>
      <dgm:spPr/>
    </dgm:pt>
    <dgm:pt modelId="{B7570039-F26B-44C7-9E6A-95F3E1E943CD}" type="pres">
      <dgm:prSet presAssocID="{B72E4BD6-AF56-40AD-8090-04383CE858CB}" presName="thickLine" presStyleLbl="alignNode1" presStyleIdx="3" presStyleCnt="4"/>
      <dgm:spPr/>
    </dgm:pt>
    <dgm:pt modelId="{D5CD316F-2399-4200-8E62-201E60F8E5A3}" type="pres">
      <dgm:prSet presAssocID="{B72E4BD6-AF56-40AD-8090-04383CE858CB}" presName="horz1" presStyleCnt="0"/>
      <dgm:spPr/>
    </dgm:pt>
    <dgm:pt modelId="{B264BA1C-EB16-4A07-BFA7-35EBC6FD9361}" type="pres">
      <dgm:prSet presAssocID="{B72E4BD6-AF56-40AD-8090-04383CE858CB}" presName="tx1" presStyleLbl="revTx" presStyleIdx="3" presStyleCnt="4"/>
      <dgm:spPr/>
    </dgm:pt>
    <dgm:pt modelId="{04175127-F67A-4314-B9FB-87CBFED94234}" type="pres">
      <dgm:prSet presAssocID="{B72E4BD6-AF56-40AD-8090-04383CE858CB}" presName="vert1" presStyleCnt="0"/>
      <dgm:spPr/>
    </dgm:pt>
  </dgm:ptLst>
  <dgm:cxnLst>
    <dgm:cxn modelId="{28219510-B48C-4FBC-BD05-399AEB29D195}" type="presOf" srcId="{56EF4319-19BB-4993-88F1-99CD00C74631}" destId="{E351E78E-DCF6-41DC-9B2F-A3E809DD0861}" srcOrd="0" destOrd="0" presId="urn:microsoft.com/office/officeart/2008/layout/LinedList"/>
    <dgm:cxn modelId="{84F0501D-5893-4265-B4AF-9DBEAF4539F3}" type="presOf" srcId="{6F49E434-6855-401F-B4DD-9911FA3B0E45}" destId="{8C32BD60-445F-4655-9AFF-1CDB5D05742E}" srcOrd="0" destOrd="0" presId="urn:microsoft.com/office/officeart/2008/layout/LinedList"/>
    <dgm:cxn modelId="{A298672B-A882-4BFB-B068-C6A66CDCC5CE}" srcId="{BECDF29A-C1C0-41D6-8C27-0D441DFC3303}" destId="{2D8FED34-546D-4C3A-95DD-2CD4C1E93EF4}" srcOrd="2" destOrd="0" parTransId="{F199CE33-B26F-425D-9F58-2B10508B475F}" sibTransId="{1C7136DD-980B-4BAC-BCC8-25F3ECB2DC95}"/>
    <dgm:cxn modelId="{4714A52E-FB01-46C9-989D-1BA1B88DF7EB}" srcId="{BECDF29A-C1C0-41D6-8C27-0D441DFC3303}" destId="{6F49E434-6855-401F-B4DD-9911FA3B0E45}" srcOrd="0" destOrd="0" parTransId="{AF991BE4-4DF4-4FCD-B36D-1E826B9620F2}" sibTransId="{AA74D88B-063D-4197-9432-BA43DEB0E47A}"/>
    <dgm:cxn modelId="{F7642342-991C-4065-9F3E-1BFC65D69FB3}" type="presOf" srcId="{2D8FED34-546D-4C3A-95DD-2CD4C1E93EF4}" destId="{05782FA1-9D83-4590-A582-13AB3F5C3C14}" srcOrd="0" destOrd="0" presId="urn:microsoft.com/office/officeart/2008/layout/LinedList"/>
    <dgm:cxn modelId="{E32721C4-64BE-416B-B5DE-EC5D93C49361}" type="presOf" srcId="{BECDF29A-C1C0-41D6-8C27-0D441DFC3303}" destId="{DDF2E06A-E9B5-4837-9207-8CDCC29C71B6}" srcOrd="0" destOrd="0" presId="urn:microsoft.com/office/officeart/2008/layout/LinedList"/>
    <dgm:cxn modelId="{B94571CE-5BDC-4664-99DC-45FE12A8692F}" srcId="{BECDF29A-C1C0-41D6-8C27-0D441DFC3303}" destId="{B72E4BD6-AF56-40AD-8090-04383CE858CB}" srcOrd="3" destOrd="0" parTransId="{DBEFA484-0088-4D10-A5A5-6A798B56883D}" sibTransId="{CC1EB1C7-041A-441F-9970-36A4FC759B0C}"/>
    <dgm:cxn modelId="{0BF29EE8-366B-4AD7-8E88-70B63338710D}" type="presOf" srcId="{B72E4BD6-AF56-40AD-8090-04383CE858CB}" destId="{B264BA1C-EB16-4A07-BFA7-35EBC6FD9361}" srcOrd="0" destOrd="0" presId="urn:microsoft.com/office/officeart/2008/layout/LinedList"/>
    <dgm:cxn modelId="{D34BE0F7-1971-4DB6-B342-E0BCE3187D95}" srcId="{BECDF29A-C1C0-41D6-8C27-0D441DFC3303}" destId="{56EF4319-19BB-4993-88F1-99CD00C74631}" srcOrd="1" destOrd="0" parTransId="{FB0AD8FF-E37B-4C20-BB3A-EB12B6A533AF}" sibTransId="{3E4BFF69-F2F9-400E-AE21-642F2AF45F13}"/>
    <dgm:cxn modelId="{2B9FE22C-9963-455D-9F2A-1108B7C7B56A}" type="presParOf" srcId="{DDF2E06A-E9B5-4837-9207-8CDCC29C71B6}" destId="{F4C2F85F-94D5-478E-B447-1331C096FE1E}" srcOrd="0" destOrd="0" presId="urn:microsoft.com/office/officeart/2008/layout/LinedList"/>
    <dgm:cxn modelId="{BF71C719-6328-44B5-9E0C-FCB16127BD08}" type="presParOf" srcId="{DDF2E06A-E9B5-4837-9207-8CDCC29C71B6}" destId="{134FF2AC-17D5-4449-9DCE-F40467A5B75E}" srcOrd="1" destOrd="0" presId="urn:microsoft.com/office/officeart/2008/layout/LinedList"/>
    <dgm:cxn modelId="{53CD532E-EC54-442E-BA49-FE0A9171A289}" type="presParOf" srcId="{134FF2AC-17D5-4449-9DCE-F40467A5B75E}" destId="{8C32BD60-445F-4655-9AFF-1CDB5D05742E}" srcOrd="0" destOrd="0" presId="urn:microsoft.com/office/officeart/2008/layout/LinedList"/>
    <dgm:cxn modelId="{C790EFAE-6B08-4CB0-A43C-4994414624CA}" type="presParOf" srcId="{134FF2AC-17D5-4449-9DCE-F40467A5B75E}" destId="{B19E8A62-78E9-4D8B-88FD-4BA51A6661A3}" srcOrd="1" destOrd="0" presId="urn:microsoft.com/office/officeart/2008/layout/LinedList"/>
    <dgm:cxn modelId="{EB8C0F58-77D5-42D6-B7A0-E5D6EECFF50A}" type="presParOf" srcId="{DDF2E06A-E9B5-4837-9207-8CDCC29C71B6}" destId="{6CF788E6-85CC-4242-9377-027BCB83D41C}" srcOrd="2" destOrd="0" presId="urn:microsoft.com/office/officeart/2008/layout/LinedList"/>
    <dgm:cxn modelId="{AE0C1AAB-AF54-4FE7-9690-FFAC9913699D}" type="presParOf" srcId="{DDF2E06A-E9B5-4837-9207-8CDCC29C71B6}" destId="{879C719B-B2CC-4764-8700-B64BA12307F6}" srcOrd="3" destOrd="0" presId="urn:microsoft.com/office/officeart/2008/layout/LinedList"/>
    <dgm:cxn modelId="{3BDA1F87-2C1C-4630-B953-4AED477AAE47}" type="presParOf" srcId="{879C719B-B2CC-4764-8700-B64BA12307F6}" destId="{E351E78E-DCF6-41DC-9B2F-A3E809DD0861}" srcOrd="0" destOrd="0" presId="urn:microsoft.com/office/officeart/2008/layout/LinedList"/>
    <dgm:cxn modelId="{67948FF5-0629-419A-BA77-FA08656AC076}" type="presParOf" srcId="{879C719B-B2CC-4764-8700-B64BA12307F6}" destId="{20FA8AF7-6504-4373-81CC-E0A8ABCBBF98}" srcOrd="1" destOrd="0" presId="urn:microsoft.com/office/officeart/2008/layout/LinedList"/>
    <dgm:cxn modelId="{7FBAED26-9CDC-4844-B6C4-11B236305646}" type="presParOf" srcId="{DDF2E06A-E9B5-4837-9207-8CDCC29C71B6}" destId="{12749FE5-7281-41DD-B565-6BA8AE23381F}" srcOrd="4" destOrd="0" presId="urn:microsoft.com/office/officeart/2008/layout/LinedList"/>
    <dgm:cxn modelId="{73F78A11-060A-40AD-A16D-E0F79EFA769F}" type="presParOf" srcId="{DDF2E06A-E9B5-4837-9207-8CDCC29C71B6}" destId="{107B1908-1960-4426-81FB-E6FBE5BDC626}" srcOrd="5" destOrd="0" presId="urn:microsoft.com/office/officeart/2008/layout/LinedList"/>
    <dgm:cxn modelId="{015C3811-881D-47C9-B29B-FF8280D69012}" type="presParOf" srcId="{107B1908-1960-4426-81FB-E6FBE5BDC626}" destId="{05782FA1-9D83-4590-A582-13AB3F5C3C14}" srcOrd="0" destOrd="0" presId="urn:microsoft.com/office/officeart/2008/layout/LinedList"/>
    <dgm:cxn modelId="{8A4BE8C1-721D-47E9-AB15-81D3B9A6C804}" type="presParOf" srcId="{107B1908-1960-4426-81FB-E6FBE5BDC626}" destId="{E54F28FA-DDD4-4B16-9DD9-383E16C73421}" srcOrd="1" destOrd="0" presId="urn:microsoft.com/office/officeart/2008/layout/LinedList"/>
    <dgm:cxn modelId="{99EE911B-46C3-4FDB-B482-00E66E7C7561}" type="presParOf" srcId="{DDF2E06A-E9B5-4837-9207-8CDCC29C71B6}" destId="{B7570039-F26B-44C7-9E6A-95F3E1E943CD}" srcOrd="6" destOrd="0" presId="urn:microsoft.com/office/officeart/2008/layout/LinedList"/>
    <dgm:cxn modelId="{7B9EE000-A592-4FC7-A42E-A9A93B4EC88B}" type="presParOf" srcId="{DDF2E06A-E9B5-4837-9207-8CDCC29C71B6}" destId="{D5CD316F-2399-4200-8E62-201E60F8E5A3}" srcOrd="7" destOrd="0" presId="urn:microsoft.com/office/officeart/2008/layout/LinedList"/>
    <dgm:cxn modelId="{E2F3BAA2-B841-4E1F-82B1-D502BAE26BB5}" type="presParOf" srcId="{D5CD316F-2399-4200-8E62-201E60F8E5A3}" destId="{B264BA1C-EB16-4A07-BFA7-35EBC6FD9361}" srcOrd="0" destOrd="0" presId="urn:microsoft.com/office/officeart/2008/layout/LinedList"/>
    <dgm:cxn modelId="{11BADCE3-F1BD-4999-98DD-1F602B029059}" type="presParOf" srcId="{D5CD316F-2399-4200-8E62-201E60F8E5A3}" destId="{04175127-F67A-4314-B9FB-87CBFED942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FCE8BF-78F1-4F70-A65F-78EBCE91445B}" type="doc">
      <dgm:prSet loTypeId="urn:microsoft.com/office/officeart/2008/layout/LinedList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7E1EC077-2BC2-49F0-990F-4EAC02414C30}">
      <dgm:prSet/>
      <dgm:spPr/>
      <dgm:t>
        <a:bodyPr/>
        <a:lstStyle/>
        <a:p>
          <a:r>
            <a:rPr lang="en-US"/>
            <a:t>Central Region: 4.7M trips.</a:t>
          </a:r>
        </a:p>
      </dgm:t>
    </dgm:pt>
    <dgm:pt modelId="{F7AB4774-DF2B-49F8-A005-4CF0A72E9E01}" type="parTrans" cxnId="{C5D4356A-8B23-4252-AA5E-20B9E436C95D}">
      <dgm:prSet/>
      <dgm:spPr/>
      <dgm:t>
        <a:bodyPr/>
        <a:lstStyle/>
        <a:p>
          <a:endParaRPr lang="en-US"/>
        </a:p>
      </dgm:t>
    </dgm:pt>
    <dgm:pt modelId="{19B47EAF-C2C2-4C0B-842F-F174F01274D2}" type="sibTrans" cxnId="{C5D4356A-8B23-4252-AA5E-20B9E436C95D}">
      <dgm:prSet/>
      <dgm:spPr/>
      <dgm:t>
        <a:bodyPr/>
        <a:lstStyle/>
        <a:p>
          <a:endParaRPr lang="en-US"/>
        </a:p>
      </dgm:t>
    </dgm:pt>
    <dgm:pt modelId="{76F5685E-AD0F-4CA0-9D4F-E6FE084124BC}">
      <dgm:prSet/>
      <dgm:spPr/>
      <dgm:t>
        <a:bodyPr/>
        <a:lstStyle/>
        <a:p>
          <a:r>
            <a:rPr lang="en-US"/>
            <a:t>South Region: casual riders 55.73%.</a:t>
          </a:r>
        </a:p>
      </dgm:t>
    </dgm:pt>
    <dgm:pt modelId="{A476CC6E-BB8B-4B4A-81DA-40CDC7E79E4E}" type="parTrans" cxnId="{0F311ACC-469B-4268-B89A-5A97B7EB5A40}">
      <dgm:prSet/>
      <dgm:spPr/>
      <dgm:t>
        <a:bodyPr/>
        <a:lstStyle/>
        <a:p>
          <a:endParaRPr lang="en-US"/>
        </a:p>
      </dgm:t>
    </dgm:pt>
    <dgm:pt modelId="{811933D6-C7CD-4953-B435-1D4FFB2C8671}" type="sibTrans" cxnId="{0F311ACC-469B-4268-B89A-5A97B7EB5A40}">
      <dgm:prSet/>
      <dgm:spPr/>
      <dgm:t>
        <a:bodyPr/>
        <a:lstStyle/>
        <a:p>
          <a:endParaRPr lang="en-US"/>
        </a:p>
      </dgm:t>
    </dgm:pt>
    <dgm:pt modelId="{AD2F65FE-344B-4271-A306-E96A65956783}">
      <dgm:prSet/>
      <dgm:spPr/>
      <dgm:t>
        <a:bodyPr/>
        <a:lstStyle/>
        <a:p>
          <a:r>
            <a:rPr lang="en-US"/>
            <a:t>North/East: commuter strongholds.</a:t>
          </a:r>
        </a:p>
      </dgm:t>
    </dgm:pt>
    <dgm:pt modelId="{961D34FE-7D68-472A-915C-7EC0253BCA52}" type="parTrans" cxnId="{A025D9AE-6858-4BC6-87B3-0104A285CC34}">
      <dgm:prSet/>
      <dgm:spPr/>
      <dgm:t>
        <a:bodyPr/>
        <a:lstStyle/>
        <a:p>
          <a:endParaRPr lang="en-US"/>
        </a:p>
      </dgm:t>
    </dgm:pt>
    <dgm:pt modelId="{101AD0C1-E0A5-4E08-836D-7F4B043AEC37}" type="sibTrans" cxnId="{A025D9AE-6858-4BC6-87B3-0104A285CC34}">
      <dgm:prSet/>
      <dgm:spPr/>
      <dgm:t>
        <a:bodyPr/>
        <a:lstStyle/>
        <a:p>
          <a:endParaRPr lang="en-US"/>
        </a:p>
      </dgm:t>
    </dgm:pt>
    <dgm:pt modelId="{6349C3A1-4E56-4D21-9DAD-249807944EDA}">
      <dgm:prSet/>
      <dgm:spPr/>
      <dgm:t>
        <a:bodyPr/>
        <a:lstStyle/>
        <a:p>
          <a:r>
            <a:rPr lang="en-US"/>
            <a:t>Strategy: Cyclistic Leisure Membership.</a:t>
          </a:r>
        </a:p>
      </dgm:t>
    </dgm:pt>
    <dgm:pt modelId="{0494A576-9BD1-4680-8129-35E1C3F81A79}" type="parTrans" cxnId="{E2BF3FFE-1FDF-4CC5-9B90-CD3AB00ADBAE}">
      <dgm:prSet/>
      <dgm:spPr/>
      <dgm:t>
        <a:bodyPr/>
        <a:lstStyle/>
        <a:p>
          <a:endParaRPr lang="en-US"/>
        </a:p>
      </dgm:t>
    </dgm:pt>
    <dgm:pt modelId="{5990CAD1-6A19-473A-A346-03ECE737913D}" type="sibTrans" cxnId="{E2BF3FFE-1FDF-4CC5-9B90-CD3AB00ADBAE}">
      <dgm:prSet/>
      <dgm:spPr/>
      <dgm:t>
        <a:bodyPr/>
        <a:lstStyle/>
        <a:p>
          <a:endParaRPr lang="en-US"/>
        </a:p>
      </dgm:t>
    </dgm:pt>
    <dgm:pt modelId="{75E9CF10-02E3-461B-9A3F-E62CFD455387}" type="pres">
      <dgm:prSet presAssocID="{31FCE8BF-78F1-4F70-A65F-78EBCE91445B}" presName="vert0" presStyleCnt="0">
        <dgm:presLayoutVars>
          <dgm:dir/>
          <dgm:animOne val="branch"/>
          <dgm:animLvl val="lvl"/>
        </dgm:presLayoutVars>
      </dgm:prSet>
      <dgm:spPr/>
    </dgm:pt>
    <dgm:pt modelId="{93A5C224-5470-4CF5-832E-1ABDF8FC5311}" type="pres">
      <dgm:prSet presAssocID="{7E1EC077-2BC2-49F0-990F-4EAC02414C30}" presName="thickLine" presStyleLbl="alignNode1" presStyleIdx="0" presStyleCnt="4"/>
      <dgm:spPr/>
    </dgm:pt>
    <dgm:pt modelId="{B57F3257-9F24-4343-A334-8C85F7C55BD8}" type="pres">
      <dgm:prSet presAssocID="{7E1EC077-2BC2-49F0-990F-4EAC02414C30}" presName="horz1" presStyleCnt="0"/>
      <dgm:spPr/>
    </dgm:pt>
    <dgm:pt modelId="{F40E14F3-D04A-4862-A8E9-C75F97B44F88}" type="pres">
      <dgm:prSet presAssocID="{7E1EC077-2BC2-49F0-990F-4EAC02414C30}" presName="tx1" presStyleLbl="revTx" presStyleIdx="0" presStyleCnt="4"/>
      <dgm:spPr/>
    </dgm:pt>
    <dgm:pt modelId="{87C9F5B2-0F3C-45F5-9B6D-1AFD83C13B17}" type="pres">
      <dgm:prSet presAssocID="{7E1EC077-2BC2-49F0-990F-4EAC02414C30}" presName="vert1" presStyleCnt="0"/>
      <dgm:spPr/>
    </dgm:pt>
    <dgm:pt modelId="{67476A84-754D-494D-9415-24E461FA1B75}" type="pres">
      <dgm:prSet presAssocID="{76F5685E-AD0F-4CA0-9D4F-E6FE084124BC}" presName="thickLine" presStyleLbl="alignNode1" presStyleIdx="1" presStyleCnt="4"/>
      <dgm:spPr/>
    </dgm:pt>
    <dgm:pt modelId="{593E81BF-6988-4B72-B59D-9FA022969FD7}" type="pres">
      <dgm:prSet presAssocID="{76F5685E-AD0F-4CA0-9D4F-E6FE084124BC}" presName="horz1" presStyleCnt="0"/>
      <dgm:spPr/>
    </dgm:pt>
    <dgm:pt modelId="{F37E4087-1E08-4095-A6E3-CBC89F56F0B8}" type="pres">
      <dgm:prSet presAssocID="{76F5685E-AD0F-4CA0-9D4F-E6FE084124BC}" presName="tx1" presStyleLbl="revTx" presStyleIdx="1" presStyleCnt="4"/>
      <dgm:spPr/>
    </dgm:pt>
    <dgm:pt modelId="{88665480-8BAA-4214-8CFF-656256F84C11}" type="pres">
      <dgm:prSet presAssocID="{76F5685E-AD0F-4CA0-9D4F-E6FE084124BC}" presName="vert1" presStyleCnt="0"/>
      <dgm:spPr/>
    </dgm:pt>
    <dgm:pt modelId="{60069135-E36E-4EE5-ADC9-D9251E9101B4}" type="pres">
      <dgm:prSet presAssocID="{AD2F65FE-344B-4271-A306-E96A65956783}" presName="thickLine" presStyleLbl="alignNode1" presStyleIdx="2" presStyleCnt="4"/>
      <dgm:spPr/>
    </dgm:pt>
    <dgm:pt modelId="{8482D02F-A8A3-421F-B161-F46DEC766F8A}" type="pres">
      <dgm:prSet presAssocID="{AD2F65FE-344B-4271-A306-E96A65956783}" presName="horz1" presStyleCnt="0"/>
      <dgm:spPr/>
    </dgm:pt>
    <dgm:pt modelId="{C34F7215-B152-47FD-AB3F-DA5E7452DB92}" type="pres">
      <dgm:prSet presAssocID="{AD2F65FE-344B-4271-A306-E96A65956783}" presName="tx1" presStyleLbl="revTx" presStyleIdx="2" presStyleCnt="4"/>
      <dgm:spPr/>
    </dgm:pt>
    <dgm:pt modelId="{D8E50376-95C4-4065-93AB-99F158F50F01}" type="pres">
      <dgm:prSet presAssocID="{AD2F65FE-344B-4271-A306-E96A65956783}" presName="vert1" presStyleCnt="0"/>
      <dgm:spPr/>
    </dgm:pt>
    <dgm:pt modelId="{9612025E-6AE1-47FD-8027-1E1F43B868BE}" type="pres">
      <dgm:prSet presAssocID="{6349C3A1-4E56-4D21-9DAD-249807944EDA}" presName="thickLine" presStyleLbl="alignNode1" presStyleIdx="3" presStyleCnt="4"/>
      <dgm:spPr/>
    </dgm:pt>
    <dgm:pt modelId="{942A62A6-5019-44DC-9E70-A4F9548687E7}" type="pres">
      <dgm:prSet presAssocID="{6349C3A1-4E56-4D21-9DAD-249807944EDA}" presName="horz1" presStyleCnt="0"/>
      <dgm:spPr/>
    </dgm:pt>
    <dgm:pt modelId="{2572636A-A78F-4E9F-88C3-DCF7CD7ABEC9}" type="pres">
      <dgm:prSet presAssocID="{6349C3A1-4E56-4D21-9DAD-249807944EDA}" presName="tx1" presStyleLbl="revTx" presStyleIdx="3" presStyleCnt="4"/>
      <dgm:spPr/>
    </dgm:pt>
    <dgm:pt modelId="{0D1CD53E-EE20-4EC7-8019-84D7DB081CC0}" type="pres">
      <dgm:prSet presAssocID="{6349C3A1-4E56-4D21-9DAD-249807944EDA}" presName="vert1" presStyleCnt="0"/>
      <dgm:spPr/>
    </dgm:pt>
  </dgm:ptLst>
  <dgm:cxnLst>
    <dgm:cxn modelId="{C5D4356A-8B23-4252-AA5E-20B9E436C95D}" srcId="{31FCE8BF-78F1-4F70-A65F-78EBCE91445B}" destId="{7E1EC077-2BC2-49F0-990F-4EAC02414C30}" srcOrd="0" destOrd="0" parTransId="{F7AB4774-DF2B-49F8-A005-4CF0A72E9E01}" sibTransId="{19B47EAF-C2C2-4C0B-842F-F174F01274D2}"/>
    <dgm:cxn modelId="{E9D21B6D-7E0F-41C1-9B12-68742C5CF13A}" type="presOf" srcId="{31FCE8BF-78F1-4F70-A65F-78EBCE91445B}" destId="{75E9CF10-02E3-461B-9A3F-E62CFD455387}" srcOrd="0" destOrd="0" presId="urn:microsoft.com/office/officeart/2008/layout/LinedList"/>
    <dgm:cxn modelId="{7BCDD252-4DF0-4196-8D98-4FF26D7D1B13}" type="presOf" srcId="{6349C3A1-4E56-4D21-9DAD-249807944EDA}" destId="{2572636A-A78F-4E9F-88C3-DCF7CD7ABEC9}" srcOrd="0" destOrd="0" presId="urn:microsoft.com/office/officeart/2008/layout/LinedList"/>
    <dgm:cxn modelId="{F13F0A54-F37E-4992-8CC7-F5E03E119F16}" type="presOf" srcId="{76F5685E-AD0F-4CA0-9D4F-E6FE084124BC}" destId="{F37E4087-1E08-4095-A6E3-CBC89F56F0B8}" srcOrd="0" destOrd="0" presId="urn:microsoft.com/office/officeart/2008/layout/LinedList"/>
    <dgm:cxn modelId="{51DEEEA4-D533-4F04-8BAF-D7D7B53DD3BD}" type="presOf" srcId="{AD2F65FE-344B-4271-A306-E96A65956783}" destId="{C34F7215-B152-47FD-AB3F-DA5E7452DB92}" srcOrd="0" destOrd="0" presId="urn:microsoft.com/office/officeart/2008/layout/LinedList"/>
    <dgm:cxn modelId="{A025D9AE-6858-4BC6-87B3-0104A285CC34}" srcId="{31FCE8BF-78F1-4F70-A65F-78EBCE91445B}" destId="{AD2F65FE-344B-4271-A306-E96A65956783}" srcOrd="2" destOrd="0" parTransId="{961D34FE-7D68-472A-915C-7EC0253BCA52}" sibTransId="{101AD0C1-E0A5-4E08-836D-7F4B043AEC37}"/>
    <dgm:cxn modelId="{0F311ACC-469B-4268-B89A-5A97B7EB5A40}" srcId="{31FCE8BF-78F1-4F70-A65F-78EBCE91445B}" destId="{76F5685E-AD0F-4CA0-9D4F-E6FE084124BC}" srcOrd="1" destOrd="0" parTransId="{A476CC6E-BB8B-4B4A-81DA-40CDC7E79E4E}" sibTransId="{811933D6-C7CD-4953-B435-1D4FFB2C8671}"/>
    <dgm:cxn modelId="{04692BF9-8EB3-438F-84E3-ACA0295F69EF}" type="presOf" srcId="{7E1EC077-2BC2-49F0-990F-4EAC02414C30}" destId="{F40E14F3-D04A-4862-A8E9-C75F97B44F88}" srcOrd="0" destOrd="0" presId="urn:microsoft.com/office/officeart/2008/layout/LinedList"/>
    <dgm:cxn modelId="{E2BF3FFE-1FDF-4CC5-9B90-CD3AB00ADBAE}" srcId="{31FCE8BF-78F1-4F70-A65F-78EBCE91445B}" destId="{6349C3A1-4E56-4D21-9DAD-249807944EDA}" srcOrd="3" destOrd="0" parTransId="{0494A576-9BD1-4680-8129-35E1C3F81A79}" sibTransId="{5990CAD1-6A19-473A-A346-03ECE737913D}"/>
    <dgm:cxn modelId="{A7249618-98CC-4075-A1B8-9974221C3658}" type="presParOf" srcId="{75E9CF10-02E3-461B-9A3F-E62CFD455387}" destId="{93A5C224-5470-4CF5-832E-1ABDF8FC5311}" srcOrd="0" destOrd="0" presId="urn:microsoft.com/office/officeart/2008/layout/LinedList"/>
    <dgm:cxn modelId="{86D52A2D-1144-47BC-80B1-A8708A629621}" type="presParOf" srcId="{75E9CF10-02E3-461B-9A3F-E62CFD455387}" destId="{B57F3257-9F24-4343-A334-8C85F7C55BD8}" srcOrd="1" destOrd="0" presId="urn:microsoft.com/office/officeart/2008/layout/LinedList"/>
    <dgm:cxn modelId="{897D72B8-86A8-43FC-AA34-0497D7B861F4}" type="presParOf" srcId="{B57F3257-9F24-4343-A334-8C85F7C55BD8}" destId="{F40E14F3-D04A-4862-A8E9-C75F97B44F88}" srcOrd="0" destOrd="0" presId="urn:microsoft.com/office/officeart/2008/layout/LinedList"/>
    <dgm:cxn modelId="{4924F356-14BE-4330-8FD9-CB98DF801B5F}" type="presParOf" srcId="{B57F3257-9F24-4343-A334-8C85F7C55BD8}" destId="{87C9F5B2-0F3C-45F5-9B6D-1AFD83C13B17}" srcOrd="1" destOrd="0" presId="urn:microsoft.com/office/officeart/2008/layout/LinedList"/>
    <dgm:cxn modelId="{EC641FBB-4E80-437F-BDD9-08AE5660EA5E}" type="presParOf" srcId="{75E9CF10-02E3-461B-9A3F-E62CFD455387}" destId="{67476A84-754D-494D-9415-24E461FA1B75}" srcOrd="2" destOrd="0" presId="urn:microsoft.com/office/officeart/2008/layout/LinedList"/>
    <dgm:cxn modelId="{7B312596-BE39-4F24-BF31-FDFE19617676}" type="presParOf" srcId="{75E9CF10-02E3-461B-9A3F-E62CFD455387}" destId="{593E81BF-6988-4B72-B59D-9FA022969FD7}" srcOrd="3" destOrd="0" presId="urn:microsoft.com/office/officeart/2008/layout/LinedList"/>
    <dgm:cxn modelId="{68812B83-7BAE-4A14-9F7D-2CAEDA927A1F}" type="presParOf" srcId="{593E81BF-6988-4B72-B59D-9FA022969FD7}" destId="{F37E4087-1E08-4095-A6E3-CBC89F56F0B8}" srcOrd="0" destOrd="0" presId="urn:microsoft.com/office/officeart/2008/layout/LinedList"/>
    <dgm:cxn modelId="{47CB1766-D0D4-4A67-85A6-5261A082170E}" type="presParOf" srcId="{593E81BF-6988-4B72-B59D-9FA022969FD7}" destId="{88665480-8BAA-4214-8CFF-656256F84C11}" srcOrd="1" destOrd="0" presId="urn:microsoft.com/office/officeart/2008/layout/LinedList"/>
    <dgm:cxn modelId="{A223AF0A-FBA0-4917-823E-54E3969D43D0}" type="presParOf" srcId="{75E9CF10-02E3-461B-9A3F-E62CFD455387}" destId="{60069135-E36E-4EE5-ADC9-D9251E9101B4}" srcOrd="4" destOrd="0" presId="urn:microsoft.com/office/officeart/2008/layout/LinedList"/>
    <dgm:cxn modelId="{C286FE60-9C41-4BA5-AE7D-C274B88CB3BD}" type="presParOf" srcId="{75E9CF10-02E3-461B-9A3F-E62CFD455387}" destId="{8482D02F-A8A3-421F-B161-F46DEC766F8A}" srcOrd="5" destOrd="0" presId="urn:microsoft.com/office/officeart/2008/layout/LinedList"/>
    <dgm:cxn modelId="{D6DE315E-B9FA-4FD2-8B3C-0A6CF301CC73}" type="presParOf" srcId="{8482D02F-A8A3-421F-B161-F46DEC766F8A}" destId="{C34F7215-B152-47FD-AB3F-DA5E7452DB92}" srcOrd="0" destOrd="0" presId="urn:microsoft.com/office/officeart/2008/layout/LinedList"/>
    <dgm:cxn modelId="{EE45D8D1-C741-4DB1-B2C2-E14534700B0C}" type="presParOf" srcId="{8482D02F-A8A3-421F-B161-F46DEC766F8A}" destId="{D8E50376-95C4-4065-93AB-99F158F50F01}" srcOrd="1" destOrd="0" presId="urn:microsoft.com/office/officeart/2008/layout/LinedList"/>
    <dgm:cxn modelId="{5CA3FF47-EBB6-45C4-A302-D66038953DB1}" type="presParOf" srcId="{75E9CF10-02E3-461B-9A3F-E62CFD455387}" destId="{9612025E-6AE1-47FD-8027-1E1F43B868BE}" srcOrd="6" destOrd="0" presId="urn:microsoft.com/office/officeart/2008/layout/LinedList"/>
    <dgm:cxn modelId="{B939462C-83D0-4364-BB87-136DD4AB3329}" type="presParOf" srcId="{75E9CF10-02E3-461B-9A3F-E62CFD455387}" destId="{942A62A6-5019-44DC-9E70-A4F9548687E7}" srcOrd="7" destOrd="0" presId="urn:microsoft.com/office/officeart/2008/layout/LinedList"/>
    <dgm:cxn modelId="{9B339A77-0D66-4571-9108-7A3CCAF76A77}" type="presParOf" srcId="{942A62A6-5019-44DC-9E70-A4F9548687E7}" destId="{2572636A-A78F-4E9F-88C3-DCF7CD7ABEC9}" srcOrd="0" destOrd="0" presId="urn:microsoft.com/office/officeart/2008/layout/LinedList"/>
    <dgm:cxn modelId="{DC7249C5-B133-475B-AAE6-85D338C98584}" type="presParOf" srcId="{942A62A6-5019-44DC-9E70-A4F9548687E7}" destId="{0D1CD53E-EE20-4EC7-8019-84D7DB081C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8CDCC4-4742-48FF-B0C9-131400BAD30C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947D2F6-1B57-44CF-BBA9-D0362A2CC87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Behavioral marketing.</a:t>
          </a:r>
        </a:p>
      </dgm:t>
    </dgm:pt>
    <dgm:pt modelId="{DBE1F7DC-599C-4580-82B9-4C8B43F267D0}" type="parTrans" cxnId="{68993F9E-865D-4583-AEDC-EBA8858A7AC0}">
      <dgm:prSet/>
      <dgm:spPr/>
      <dgm:t>
        <a:bodyPr/>
        <a:lstStyle/>
        <a:p>
          <a:endParaRPr lang="en-US"/>
        </a:p>
      </dgm:t>
    </dgm:pt>
    <dgm:pt modelId="{5A1FE54B-218A-4EA6-AE88-7261E3F069E3}" type="sibTrans" cxnId="{68993F9E-865D-4583-AEDC-EBA8858A7AC0}">
      <dgm:prSet/>
      <dgm:spPr/>
      <dgm:t>
        <a:bodyPr/>
        <a:lstStyle/>
        <a:p>
          <a:endParaRPr lang="en-US"/>
        </a:p>
      </dgm:t>
    </dgm:pt>
    <dgm:pt modelId="{CFF9FF17-6308-4792-93E8-219C552763F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Remove overage barriers.</a:t>
          </a:r>
        </a:p>
      </dgm:t>
    </dgm:pt>
    <dgm:pt modelId="{2773F75F-75C9-4BA8-9FE2-D2C63896072E}" type="parTrans" cxnId="{0F484651-DB66-44DF-8DCE-1C86DBFD69DC}">
      <dgm:prSet/>
      <dgm:spPr/>
      <dgm:t>
        <a:bodyPr/>
        <a:lstStyle/>
        <a:p>
          <a:endParaRPr lang="en-US"/>
        </a:p>
      </dgm:t>
    </dgm:pt>
    <dgm:pt modelId="{186EA9BE-2C0F-4A41-AF25-D96F74F9B926}" type="sibTrans" cxnId="{0F484651-DB66-44DF-8DCE-1C86DBFD69DC}">
      <dgm:prSet/>
      <dgm:spPr/>
      <dgm:t>
        <a:bodyPr/>
        <a:lstStyle/>
        <a:p>
          <a:endParaRPr lang="en-US"/>
        </a:p>
      </dgm:t>
    </dgm:pt>
    <dgm:pt modelId="{5CCE7E69-DEE2-4BB9-8489-BD7E112532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Deploy weather and geo-targeted campaigns.</a:t>
          </a:r>
        </a:p>
      </dgm:t>
    </dgm:pt>
    <dgm:pt modelId="{01665833-0D7D-49E8-B277-A1A74DDB51BF}" type="parTrans" cxnId="{E784B3BA-B81B-4895-987B-9CF9DCAE92A9}">
      <dgm:prSet/>
      <dgm:spPr/>
      <dgm:t>
        <a:bodyPr/>
        <a:lstStyle/>
        <a:p>
          <a:endParaRPr lang="en-US"/>
        </a:p>
      </dgm:t>
    </dgm:pt>
    <dgm:pt modelId="{34989B2F-6251-4A45-81B8-957684007E1C}" type="sibTrans" cxnId="{E784B3BA-B81B-4895-987B-9CF9DCAE92A9}">
      <dgm:prSet/>
      <dgm:spPr/>
      <dgm:t>
        <a:bodyPr/>
        <a:lstStyle/>
        <a:p>
          <a:endParaRPr lang="en-US"/>
        </a:p>
      </dgm:t>
    </dgm:pt>
    <dgm:pt modelId="{3F0007C7-33A2-43FB-B126-4300FD13848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Track 90-day Q3 conversion trial.</a:t>
          </a:r>
        </a:p>
      </dgm:t>
    </dgm:pt>
    <dgm:pt modelId="{285C702B-F8A1-497E-B840-25801C7C4C5A}" type="parTrans" cxnId="{239263DF-28CE-4AAD-A0A1-EA857356011E}">
      <dgm:prSet/>
      <dgm:spPr/>
      <dgm:t>
        <a:bodyPr/>
        <a:lstStyle/>
        <a:p>
          <a:endParaRPr lang="en-US"/>
        </a:p>
      </dgm:t>
    </dgm:pt>
    <dgm:pt modelId="{817D0535-1BB0-4E5C-A198-9AB28E3BF15B}" type="sibTrans" cxnId="{239263DF-28CE-4AAD-A0A1-EA857356011E}">
      <dgm:prSet/>
      <dgm:spPr/>
      <dgm:t>
        <a:bodyPr/>
        <a:lstStyle/>
        <a:p>
          <a:endParaRPr lang="en-US"/>
        </a:p>
      </dgm:t>
    </dgm:pt>
    <dgm:pt modelId="{B58AB4E0-D9BB-4419-B982-69C56C7CF54F}" type="pres">
      <dgm:prSet presAssocID="{468CDCC4-4742-48FF-B0C9-131400BAD30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C31DBD3-4132-4AE9-8BC7-567BA7F0B6F8}" type="pres">
      <dgm:prSet presAssocID="{A947D2F6-1B57-44CF-BBA9-D0362A2CC876}" presName="hierRoot1" presStyleCnt="0"/>
      <dgm:spPr/>
    </dgm:pt>
    <dgm:pt modelId="{057878D0-A3D3-476A-B4C7-23DDD3453661}" type="pres">
      <dgm:prSet presAssocID="{A947D2F6-1B57-44CF-BBA9-D0362A2CC876}" presName="composite" presStyleCnt="0"/>
      <dgm:spPr/>
    </dgm:pt>
    <dgm:pt modelId="{98F22BC0-DA34-4976-AEAC-B056F6E2F5FC}" type="pres">
      <dgm:prSet presAssocID="{A947D2F6-1B57-44CF-BBA9-D0362A2CC876}" presName="background" presStyleLbl="node0" presStyleIdx="0" presStyleCnt="4"/>
      <dgm:spPr/>
    </dgm:pt>
    <dgm:pt modelId="{3508F259-2E5B-4F99-B9AF-9642484C77F7}" type="pres">
      <dgm:prSet presAssocID="{A947D2F6-1B57-44CF-BBA9-D0362A2CC876}" presName="text" presStyleLbl="fgAcc0" presStyleIdx="0" presStyleCnt="4">
        <dgm:presLayoutVars>
          <dgm:chPref val="3"/>
        </dgm:presLayoutVars>
      </dgm:prSet>
      <dgm:spPr/>
    </dgm:pt>
    <dgm:pt modelId="{7A27AC04-E246-4D04-892F-BCF5A3FEFAE6}" type="pres">
      <dgm:prSet presAssocID="{A947D2F6-1B57-44CF-BBA9-D0362A2CC876}" presName="hierChild2" presStyleCnt="0"/>
      <dgm:spPr/>
    </dgm:pt>
    <dgm:pt modelId="{064500B9-4B45-4AC1-A23E-13AC3467873B}" type="pres">
      <dgm:prSet presAssocID="{CFF9FF17-6308-4792-93E8-219C552763F4}" presName="hierRoot1" presStyleCnt="0"/>
      <dgm:spPr/>
    </dgm:pt>
    <dgm:pt modelId="{A12BF1F8-FC85-421B-BDDB-6DB7F413703A}" type="pres">
      <dgm:prSet presAssocID="{CFF9FF17-6308-4792-93E8-219C552763F4}" presName="composite" presStyleCnt="0"/>
      <dgm:spPr/>
    </dgm:pt>
    <dgm:pt modelId="{5A8839BF-5275-4D8E-8634-A4E7E0D02674}" type="pres">
      <dgm:prSet presAssocID="{CFF9FF17-6308-4792-93E8-219C552763F4}" presName="background" presStyleLbl="node0" presStyleIdx="1" presStyleCnt="4"/>
      <dgm:spPr/>
    </dgm:pt>
    <dgm:pt modelId="{74FEC76A-FE94-40A7-9F64-A9430610E534}" type="pres">
      <dgm:prSet presAssocID="{CFF9FF17-6308-4792-93E8-219C552763F4}" presName="text" presStyleLbl="fgAcc0" presStyleIdx="1" presStyleCnt="4">
        <dgm:presLayoutVars>
          <dgm:chPref val="3"/>
        </dgm:presLayoutVars>
      </dgm:prSet>
      <dgm:spPr/>
    </dgm:pt>
    <dgm:pt modelId="{5A8ECA6C-3359-4FD3-8388-72E5DBAA6E38}" type="pres">
      <dgm:prSet presAssocID="{CFF9FF17-6308-4792-93E8-219C552763F4}" presName="hierChild2" presStyleCnt="0"/>
      <dgm:spPr/>
    </dgm:pt>
    <dgm:pt modelId="{6BCF7DAD-ED0D-4853-8079-B173D515FD75}" type="pres">
      <dgm:prSet presAssocID="{5CCE7E69-DEE2-4BB9-8489-BD7E112532B8}" presName="hierRoot1" presStyleCnt="0"/>
      <dgm:spPr/>
    </dgm:pt>
    <dgm:pt modelId="{931BA5A3-1FAE-4309-9FB3-653D0B2D7123}" type="pres">
      <dgm:prSet presAssocID="{5CCE7E69-DEE2-4BB9-8489-BD7E112532B8}" presName="composite" presStyleCnt="0"/>
      <dgm:spPr/>
    </dgm:pt>
    <dgm:pt modelId="{014AA44A-574C-48E6-90FA-16AC48C9101B}" type="pres">
      <dgm:prSet presAssocID="{5CCE7E69-DEE2-4BB9-8489-BD7E112532B8}" presName="background" presStyleLbl="node0" presStyleIdx="2" presStyleCnt="4"/>
      <dgm:spPr/>
    </dgm:pt>
    <dgm:pt modelId="{29B483D7-9B58-4D25-BE0B-96CF25E6079A}" type="pres">
      <dgm:prSet presAssocID="{5CCE7E69-DEE2-4BB9-8489-BD7E112532B8}" presName="text" presStyleLbl="fgAcc0" presStyleIdx="2" presStyleCnt="4">
        <dgm:presLayoutVars>
          <dgm:chPref val="3"/>
        </dgm:presLayoutVars>
      </dgm:prSet>
      <dgm:spPr/>
    </dgm:pt>
    <dgm:pt modelId="{02A35B6F-6550-4662-944D-17BBBB4F442C}" type="pres">
      <dgm:prSet presAssocID="{5CCE7E69-DEE2-4BB9-8489-BD7E112532B8}" presName="hierChild2" presStyleCnt="0"/>
      <dgm:spPr/>
    </dgm:pt>
    <dgm:pt modelId="{5C9E2D17-E727-4212-B22E-E78C1C67972B}" type="pres">
      <dgm:prSet presAssocID="{3F0007C7-33A2-43FB-B126-4300FD138485}" presName="hierRoot1" presStyleCnt="0"/>
      <dgm:spPr/>
    </dgm:pt>
    <dgm:pt modelId="{23B8E9DD-FE79-41B0-9C2B-F2E84943967E}" type="pres">
      <dgm:prSet presAssocID="{3F0007C7-33A2-43FB-B126-4300FD138485}" presName="composite" presStyleCnt="0"/>
      <dgm:spPr/>
    </dgm:pt>
    <dgm:pt modelId="{EC458216-E1B9-4EA2-93B0-74B5DB45B1B0}" type="pres">
      <dgm:prSet presAssocID="{3F0007C7-33A2-43FB-B126-4300FD138485}" presName="background" presStyleLbl="node0" presStyleIdx="3" presStyleCnt="4"/>
      <dgm:spPr/>
    </dgm:pt>
    <dgm:pt modelId="{822E2946-1056-40B4-8AE4-5FAB240C68BB}" type="pres">
      <dgm:prSet presAssocID="{3F0007C7-33A2-43FB-B126-4300FD138485}" presName="text" presStyleLbl="fgAcc0" presStyleIdx="3" presStyleCnt="4">
        <dgm:presLayoutVars>
          <dgm:chPref val="3"/>
        </dgm:presLayoutVars>
      </dgm:prSet>
      <dgm:spPr/>
    </dgm:pt>
    <dgm:pt modelId="{4B5AB77F-2BD1-4789-B608-7EB41FEE7ECF}" type="pres">
      <dgm:prSet presAssocID="{3F0007C7-33A2-43FB-B126-4300FD138485}" presName="hierChild2" presStyleCnt="0"/>
      <dgm:spPr/>
    </dgm:pt>
  </dgm:ptLst>
  <dgm:cxnLst>
    <dgm:cxn modelId="{89E81707-48E1-4E5F-A6D4-1FC35AC5501D}" type="presOf" srcId="{468CDCC4-4742-48FF-B0C9-131400BAD30C}" destId="{B58AB4E0-D9BB-4419-B982-69C56C7CF54F}" srcOrd="0" destOrd="0" presId="urn:microsoft.com/office/officeart/2005/8/layout/hierarchy1"/>
    <dgm:cxn modelId="{CE990845-FE41-4EE0-8AB9-E6242DFEE97C}" type="presOf" srcId="{A947D2F6-1B57-44CF-BBA9-D0362A2CC876}" destId="{3508F259-2E5B-4F99-B9AF-9642484C77F7}" srcOrd="0" destOrd="0" presId="urn:microsoft.com/office/officeart/2005/8/layout/hierarchy1"/>
    <dgm:cxn modelId="{0F484651-DB66-44DF-8DCE-1C86DBFD69DC}" srcId="{468CDCC4-4742-48FF-B0C9-131400BAD30C}" destId="{CFF9FF17-6308-4792-93E8-219C552763F4}" srcOrd="1" destOrd="0" parTransId="{2773F75F-75C9-4BA8-9FE2-D2C63896072E}" sibTransId="{186EA9BE-2C0F-4A41-AF25-D96F74F9B926}"/>
    <dgm:cxn modelId="{CCCBA75A-D20A-43D6-8192-C8381FC02557}" type="presOf" srcId="{CFF9FF17-6308-4792-93E8-219C552763F4}" destId="{74FEC76A-FE94-40A7-9F64-A9430610E534}" srcOrd="0" destOrd="0" presId="urn:microsoft.com/office/officeart/2005/8/layout/hierarchy1"/>
    <dgm:cxn modelId="{CA0ECE8B-201A-4F6E-8A9A-89873C7A1AF9}" type="presOf" srcId="{5CCE7E69-DEE2-4BB9-8489-BD7E112532B8}" destId="{29B483D7-9B58-4D25-BE0B-96CF25E6079A}" srcOrd="0" destOrd="0" presId="urn:microsoft.com/office/officeart/2005/8/layout/hierarchy1"/>
    <dgm:cxn modelId="{68993F9E-865D-4583-AEDC-EBA8858A7AC0}" srcId="{468CDCC4-4742-48FF-B0C9-131400BAD30C}" destId="{A947D2F6-1B57-44CF-BBA9-D0362A2CC876}" srcOrd="0" destOrd="0" parTransId="{DBE1F7DC-599C-4580-82B9-4C8B43F267D0}" sibTransId="{5A1FE54B-218A-4EA6-AE88-7261E3F069E3}"/>
    <dgm:cxn modelId="{E784B3BA-B81B-4895-987B-9CF9DCAE92A9}" srcId="{468CDCC4-4742-48FF-B0C9-131400BAD30C}" destId="{5CCE7E69-DEE2-4BB9-8489-BD7E112532B8}" srcOrd="2" destOrd="0" parTransId="{01665833-0D7D-49E8-B277-A1A74DDB51BF}" sibTransId="{34989B2F-6251-4A45-81B8-957684007E1C}"/>
    <dgm:cxn modelId="{C37C41D9-D1B6-4322-AA92-E07E1F6631D1}" type="presOf" srcId="{3F0007C7-33A2-43FB-B126-4300FD138485}" destId="{822E2946-1056-40B4-8AE4-5FAB240C68BB}" srcOrd="0" destOrd="0" presId="urn:microsoft.com/office/officeart/2005/8/layout/hierarchy1"/>
    <dgm:cxn modelId="{239263DF-28CE-4AAD-A0A1-EA857356011E}" srcId="{468CDCC4-4742-48FF-B0C9-131400BAD30C}" destId="{3F0007C7-33A2-43FB-B126-4300FD138485}" srcOrd="3" destOrd="0" parTransId="{285C702B-F8A1-497E-B840-25801C7C4C5A}" sibTransId="{817D0535-1BB0-4E5C-A198-9AB28E3BF15B}"/>
    <dgm:cxn modelId="{3C8F2035-B774-4D01-AFDC-3C745640FA6C}" type="presParOf" srcId="{B58AB4E0-D9BB-4419-B982-69C56C7CF54F}" destId="{CC31DBD3-4132-4AE9-8BC7-567BA7F0B6F8}" srcOrd="0" destOrd="0" presId="urn:microsoft.com/office/officeart/2005/8/layout/hierarchy1"/>
    <dgm:cxn modelId="{54CC8567-3AA5-4553-BDFD-9970BEE47FBA}" type="presParOf" srcId="{CC31DBD3-4132-4AE9-8BC7-567BA7F0B6F8}" destId="{057878D0-A3D3-476A-B4C7-23DDD3453661}" srcOrd="0" destOrd="0" presId="urn:microsoft.com/office/officeart/2005/8/layout/hierarchy1"/>
    <dgm:cxn modelId="{7D0D1501-1F1A-458F-B49A-AEA6E146037A}" type="presParOf" srcId="{057878D0-A3D3-476A-B4C7-23DDD3453661}" destId="{98F22BC0-DA34-4976-AEAC-B056F6E2F5FC}" srcOrd="0" destOrd="0" presId="urn:microsoft.com/office/officeart/2005/8/layout/hierarchy1"/>
    <dgm:cxn modelId="{34A3B033-5BAD-466F-A809-EB2119188AB2}" type="presParOf" srcId="{057878D0-A3D3-476A-B4C7-23DDD3453661}" destId="{3508F259-2E5B-4F99-B9AF-9642484C77F7}" srcOrd="1" destOrd="0" presId="urn:microsoft.com/office/officeart/2005/8/layout/hierarchy1"/>
    <dgm:cxn modelId="{769FDE94-1B59-4435-9C0A-1CD33FD4C664}" type="presParOf" srcId="{CC31DBD3-4132-4AE9-8BC7-567BA7F0B6F8}" destId="{7A27AC04-E246-4D04-892F-BCF5A3FEFAE6}" srcOrd="1" destOrd="0" presId="urn:microsoft.com/office/officeart/2005/8/layout/hierarchy1"/>
    <dgm:cxn modelId="{5E2732DE-6F97-48F7-A24F-7908ECE8B58B}" type="presParOf" srcId="{B58AB4E0-D9BB-4419-B982-69C56C7CF54F}" destId="{064500B9-4B45-4AC1-A23E-13AC3467873B}" srcOrd="1" destOrd="0" presId="urn:microsoft.com/office/officeart/2005/8/layout/hierarchy1"/>
    <dgm:cxn modelId="{22897B17-DEAB-40B3-A70F-72913AF28D03}" type="presParOf" srcId="{064500B9-4B45-4AC1-A23E-13AC3467873B}" destId="{A12BF1F8-FC85-421B-BDDB-6DB7F413703A}" srcOrd="0" destOrd="0" presId="urn:microsoft.com/office/officeart/2005/8/layout/hierarchy1"/>
    <dgm:cxn modelId="{615509ED-AF26-4046-80B3-24539D57FF87}" type="presParOf" srcId="{A12BF1F8-FC85-421B-BDDB-6DB7F413703A}" destId="{5A8839BF-5275-4D8E-8634-A4E7E0D02674}" srcOrd="0" destOrd="0" presId="urn:microsoft.com/office/officeart/2005/8/layout/hierarchy1"/>
    <dgm:cxn modelId="{C1F488D1-110E-496B-9311-FA3AE8A77FC7}" type="presParOf" srcId="{A12BF1F8-FC85-421B-BDDB-6DB7F413703A}" destId="{74FEC76A-FE94-40A7-9F64-A9430610E534}" srcOrd="1" destOrd="0" presId="urn:microsoft.com/office/officeart/2005/8/layout/hierarchy1"/>
    <dgm:cxn modelId="{0E56EF8A-75AD-475F-89C0-EC4207BF9FBA}" type="presParOf" srcId="{064500B9-4B45-4AC1-A23E-13AC3467873B}" destId="{5A8ECA6C-3359-4FD3-8388-72E5DBAA6E38}" srcOrd="1" destOrd="0" presId="urn:microsoft.com/office/officeart/2005/8/layout/hierarchy1"/>
    <dgm:cxn modelId="{FBFBE42C-DC2A-4909-AE59-DC33AF69887D}" type="presParOf" srcId="{B58AB4E0-D9BB-4419-B982-69C56C7CF54F}" destId="{6BCF7DAD-ED0D-4853-8079-B173D515FD75}" srcOrd="2" destOrd="0" presId="urn:microsoft.com/office/officeart/2005/8/layout/hierarchy1"/>
    <dgm:cxn modelId="{47326403-1751-488A-9BB2-81F1C6A8C245}" type="presParOf" srcId="{6BCF7DAD-ED0D-4853-8079-B173D515FD75}" destId="{931BA5A3-1FAE-4309-9FB3-653D0B2D7123}" srcOrd="0" destOrd="0" presId="urn:microsoft.com/office/officeart/2005/8/layout/hierarchy1"/>
    <dgm:cxn modelId="{C9E76F4E-CA61-4FC4-AF35-5477B4BCA4CE}" type="presParOf" srcId="{931BA5A3-1FAE-4309-9FB3-653D0B2D7123}" destId="{014AA44A-574C-48E6-90FA-16AC48C9101B}" srcOrd="0" destOrd="0" presId="urn:microsoft.com/office/officeart/2005/8/layout/hierarchy1"/>
    <dgm:cxn modelId="{AFE08B1F-932F-4CCC-9E0F-E9E08CCA81D1}" type="presParOf" srcId="{931BA5A3-1FAE-4309-9FB3-653D0B2D7123}" destId="{29B483D7-9B58-4D25-BE0B-96CF25E6079A}" srcOrd="1" destOrd="0" presId="urn:microsoft.com/office/officeart/2005/8/layout/hierarchy1"/>
    <dgm:cxn modelId="{73FA9ECD-BFB7-4C47-AF4A-A1C597BB277E}" type="presParOf" srcId="{6BCF7DAD-ED0D-4853-8079-B173D515FD75}" destId="{02A35B6F-6550-4662-944D-17BBBB4F442C}" srcOrd="1" destOrd="0" presId="urn:microsoft.com/office/officeart/2005/8/layout/hierarchy1"/>
    <dgm:cxn modelId="{E6466BB4-85CA-4294-BE58-487C026B7C7B}" type="presParOf" srcId="{B58AB4E0-D9BB-4419-B982-69C56C7CF54F}" destId="{5C9E2D17-E727-4212-B22E-E78C1C67972B}" srcOrd="3" destOrd="0" presId="urn:microsoft.com/office/officeart/2005/8/layout/hierarchy1"/>
    <dgm:cxn modelId="{E9497598-F6BE-41E8-98AD-286B2D592250}" type="presParOf" srcId="{5C9E2D17-E727-4212-B22E-E78C1C67972B}" destId="{23B8E9DD-FE79-41B0-9C2B-F2E84943967E}" srcOrd="0" destOrd="0" presId="urn:microsoft.com/office/officeart/2005/8/layout/hierarchy1"/>
    <dgm:cxn modelId="{745B4DEC-4A81-4840-B1FA-6850FB0A3AAA}" type="presParOf" srcId="{23B8E9DD-FE79-41B0-9C2B-F2E84943967E}" destId="{EC458216-E1B9-4EA2-93B0-74B5DB45B1B0}" srcOrd="0" destOrd="0" presId="urn:microsoft.com/office/officeart/2005/8/layout/hierarchy1"/>
    <dgm:cxn modelId="{EDBD9409-169A-4ADC-9C5C-E0A147B03F82}" type="presParOf" srcId="{23B8E9DD-FE79-41B0-9C2B-F2E84943967E}" destId="{822E2946-1056-40B4-8AE4-5FAB240C68BB}" srcOrd="1" destOrd="0" presId="urn:microsoft.com/office/officeart/2005/8/layout/hierarchy1"/>
    <dgm:cxn modelId="{17601169-96B8-41FB-B32F-19F84E633A93}" type="presParOf" srcId="{5C9E2D17-E727-4212-B22E-E78C1C67972B}" destId="{4B5AB77F-2BD1-4789-B608-7EB41FEE7E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D27180-1A49-446D-8EC1-82AB3E84F744}">
      <dsp:nvSpPr>
        <dsp:cNvPr id="0" name=""/>
        <dsp:cNvSpPr/>
      </dsp:nvSpPr>
      <dsp:spPr>
        <a:xfrm>
          <a:off x="0" y="2663"/>
          <a:ext cx="666509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6A52C7-B035-47D4-BC5F-F4C4EF6BF4F8}">
      <dsp:nvSpPr>
        <dsp:cNvPr id="0" name=""/>
        <dsp:cNvSpPr/>
      </dsp:nvSpPr>
      <dsp:spPr>
        <a:xfrm>
          <a:off x="0" y="2663"/>
          <a:ext cx="6665097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Objective: Convert casual riders to annual members.</a:t>
          </a:r>
        </a:p>
      </dsp:txBody>
      <dsp:txXfrm>
        <a:off x="0" y="2663"/>
        <a:ext cx="6665097" cy="1816197"/>
      </dsp:txXfrm>
    </dsp:sp>
    <dsp:sp modelId="{A98D12A8-C0D5-42D7-B515-651DFC25C058}">
      <dsp:nvSpPr>
        <dsp:cNvPr id="0" name=""/>
        <dsp:cNvSpPr/>
      </dsp:nvSpPr>
      <dsp:spPr>
        <a:xfrm>
          <a:off x="0" y="1818861"/>
          <a:ext cx="6665097" cy="0"/>
        </a:xfrm>
        <a:prstGeom prst="line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9588EA-2F0E-42A9-BEE0-383E835654AE}">
      <dsp:nvSpPr>
        <dsp:cNvPr id="0" name=""/>
        <dsp:cNvSpPr/>
      </dsp:nvSpPr>
      <dsp:spPr>
        <a:xfrm>
          <a:off x="0" y="1818861"/>
          <a:ext cx="6665097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Old hypothesis: daylight drives ridership.</a:t>
          </a:r>
        </a:p>
      </dsp:txBody>
      <dsp:txXfrm>
        <a:off x="0" y="1818861"/>
        <a:ext cx="6665097" cy="1816197"/>
      </dsp:txXfrm>
    </dsp:sp>
    <dsp:sp modelId="{42188183-7FDA-4F22-B89B-02EFDA029197}">
      <dsp:nvSpPr>
        <dsp:cNvPr id="0" name=""/>
        <dsp:cNvSpPr/>
      </dsp:nvSpPr>
      <dsp:spPr>
        <a:xfrm>
          <a:off x="0" y="3635058"/>
          <a:ext cx="6665097" cy="0"/>
        </a:xfrm>
        <a:prstGeom prst="line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005B49F-95F7-403F-BF2C-7D3740CD09F6}">
      <dsp:nvSpPr>
        <dsp:cNvPr id="0" name=""/>
        <dsp:cNvSpPr/>
      </dsp:nvSpPr>
      <dsp:spPr>
        <a:xfrm>
          <a:off x="0" y="3635058"/>
          <a:ext cx="6665097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Reality: temperature has a much stronger relationship with casual ridership than daylight.</a:t>
          </a:r>
        </a:p>
      </dsp:txBody>
      <dsp:txXfrm>
        <a:off x="0" y="3635058"/>
        <a:ext cx="6665097" cy="18161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00439-6454-40BD-835B-699764725FB9}">
      <dsp:nvSpPr>
        <dsp:cNvPr id="0" name=""/>
        <dsp:cNvSpPr/>
      </dsp:nvSpPr>
      <dsp:spPr>
        <a:xfrm>
          <a:off x="0" y="0"/>
          <a:ext cx="4863608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F8C11A1-E219-4E47-B459-A940BE1593B0}">
      <dsp:nvSpPr>
        <dsp:cNvPr id="0" name=""/>
        <dsp:cNvSpPr/>
      </dsp:nvSpPr>
      <dsp:spPr>
        <a:xfrm>
          <a:off x="0" y="0"/>
          <a:ext cx="4863608" cy="962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70% of weekday rides are by members.</a:t>
          </a:r>
        </a:p>
      </dsp:txBody>
      <dsp:txXfrm>
        <a:off x="0" y="0"/>
        <a:ext cx="4863608" cy="962681"/>
      </dsp:txXfrm>
    </dsp:sp>
    <dsp:sp modelId="{3DB666AD-26F7-40A5-B2AD-6D1236015050}">
      <dsp:nvSpPr>
        <dsp:cNvPr id="0" name=""/>
        <dsp:cNvSpPr/>
      </dsp:nvSpPr>
      <dsp:spPr>
        <a:xfrm>
          <a:off x="0" y="962680"/>
          <a:ext cx="4863608" cy="0"/>
        </a:xfrm>
        <a:prstGeom prst="line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5BA45EE-9E19-4C69-9EA2-F284B94A3A00}">
      <dsp:nvSpPr>
        <dsp:cNvPr id="0" name=""/>
        <dsp:cNvSpPr/>
      </dsp:nvSpPr>
      <dsp:spPr>
        <a:xfrm>
          <a:off x="0" y="962681"/>
          <a:ext cx="4863608" cy="962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Weekend casual share approaches 50%.</a:t>
          </a:r>
        </a:p>
      </dsp:txBody>
      <dsp:txXfrm>
        <a:off x="0" y="962681"/>
        <a:ext cx="4863608" cy="962681"/>
      </dsp:txXfrm>
    </dsp:sp>
    <dsp:sp modelId="{C22E81C2-7BEE-4FCA-B637-2EB362B91E7D}">
      <dsp:nvSpPr>
        <dsp:cNvPr id="0" name=""/>
        <dsp:cNvSpPr/>
      </dsp:nvSpPr>
      <dsp:spPr>
        <a:xfrm>
          <a:off x="0" y="1925361"/>
          <a:ext cx="4863608" cy="0"/>
        </a:xfrm>
        <a:prstGeom prst="line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CD3E974-43EF-491E-B231-89BEABAFA9E0}">
      <dsp:nvSpPr>
        <dsp:cNvPr id="0" name=""/>
        <dsp:cNvSpPr/>
      </dsp:nvSpPr>
      <dsp:spPr>
        <a:xfrm>
          <a:off x="0" y="1925362"/>
          <a:ext cx="4863608" cy="962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Avg duration: Members 13 min vs Casual 20 min (+54%).</a:t>
          </a:r>
        </a:p>
      </dsp:txBody>
      <dsp:txXfrm>
        <a:off x="0" y="1925362"/>
        <a:ext cx="4863608" cy="962681"/>
      </dsp:txXfrm>
    </dsp:sp>
    <dsp:sp modelId="{3B1B7835-B23E-4951-979D-5F75031B0F4E}">
      <dsp:nvSpPr>
        <dsp:cNvPr id="0" name=""/>
        <dsp:cNvSpPr/>
      </dsp:nvSpPr>
      <dsp:spPr>
        <a:xfrm>
          <a:off x="0" y="2888042"/>
          <a:ext cx="4863608" cy="0"/>
        </a:xfrm>
        <a:prstGeom prst="lin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27810BB-5491-447A-B180-2B07E199BF6A}">
      <dsp:nvSpPr>
        <dsp:cNvPr id="0" name=""/>
        <dsp:cNvSpPr/>
      </dsp:nvSpPr>
      <dsp:spPr>
        <a:xfrm>
          <a:off x="0" y="2888043"/>
          <a:ext cx="4863608" cy="962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Strategy: Weekday Commuter Trial.</a:t>
          </a:r>
        </a:p>
      </dsp:txBody>
      <dsp:txXfrm>
        <a:off x="0" y="2888043"/>
        <a:ext cx="4863608" cy="9626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2F85F-94D5-478E-B447-1331C096FE1E}">
      <dsp:nvSpPr>
        <dsp:cNvPr id="0" name=""/>
        <dsp:cNvSpPr/>
      </dsp:nvSpPr>
      <dsp:spPr>
        <a:xfrm>
          <a:off x="0" y="0"/>
          <a:ext cx="3985117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C32BD60-445F-4655-9AFF-1CDB5D05742E}">
      <dsp:nvSpPr>
        <dsp:cNvPr id="0" name=""/>
        <dsp:cNvSpPr/>
      </dsp:nvSpPr>
      <dsp:spPr>
        <a:xfrm>
          <a:off x="0" y="0"/>
          <a:ext cx="3985117" cy="647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Q3: 2.16M rides, casual share 42.09%.</a:t>
          </a:r>
        </a:p>
      </dsp:txBody>
      <dsp:txXfrm>
        <a:off x="0" y="0"/>
        <a:ext cx="3985117" cy="647114"/>
      </dsp:txXfrm>
    </dsp:sp>
    <dsp:sp modelId="{6CF788E6-85CC-4242-9377-027BCB83D41C}">
      <dsp:nvSpPr>
        <dsp:cNvPr id="0" name=""/>
        <dsp:cNvSpPr/>
      </dsp:nvSpPr>
      <dsp:spPr>
        <a:xfrm>
          <a:off x="0" y="647114"/>
          <a:ext cx="3985117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351E78E-DCF6-41DC-9B2F-A3E809DD0861}">
      <dsp:nvSpPr>
        <dsp:cNvPr id="0" name=""/>
        <dsp:cNvSpPr/>
      </dsp:nvSpPr>
      <dsp:spPr>
        <a:xfrm>
          <a:off x="0" y="647114"/>
          <a:ext cx="3985117" cy="647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Q1: 467k rides, casual share 19.47%.</a:t>
          </a:r>
        </a:p>
      </dsp:txBody>
      <dsp:txXfrm>
        <a:off x="0" y="647114"/>
        <a:ext cx="3985117" cy="647114"/>
      </dsp:txXfrm>
    </dsp:sp>
    <dsp:sp modelId="{12749FE5-7281-41DD-B565-6BA8AE23381F}">
      <dsp:nvSpPr>
        <dsp:cNvPr id="0" name=""/>
        <dsp:cNvSpPr/>
      </dsp:nvSpPr>
      <dsp:spPr>
        <a:xfrm>
          <a:off x="0" y="1294229"/>
          <a:ext cx="3985117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782FA1-9D83-4590-A582-13AB3F5C3C14}">
      <dsp:nvSpPr>
        <dsp:cNvPr id="0" name=""/>
        <dsp:cNvSpPr/>
      </dsp:nvSpPr>
      <dsp:spPr>
        <a:xfrm>
          <a:off x="0" y="1294229"/>
          <a:ext cx="3985117" cy="647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Temperature is the primary catalyst.</a:t>
          </a:r>
        </a:p>
      </dsp:txBody>
      <dsp:txXfrm>
        <a:off x="0" y="1294229"/>
        <a:ext cx="3985117" cy="647114"/>
      </dsp:txXfrm>
    </dsp:sp>
    <dsp:sp modelId="{B7570039-F26B-44C7-9E6A-95F3E1E943CD}">
      <dsp:nvSpPr>
        <dsp:cNvPr id="0" name=""/>
        <dsp:cNvSpPr/>
      </dsp:nvSpPr>
      <dsp:spPr>
        <a:xfrm>
          <a:off x="0" y="1941343"/>
          <a:ext cx="3985117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264BA1C-EB16-4A07-BFA7-35EBC6FD9361}">
      <dsp:nvSpPr>
        <dsp:cNvPr id="0" name=""/>
        <dsp:cNvSpPr/>
      </dsp:nvSpPr>
      <dsp:spPr>
        <a:xfrm>
          <a:off x="0" y="1941343"/>
          <a:ext cx="3985117" cy="647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Strategy: Weather-triggered summer promotions.</a:t>
          </a:r>
        </a:p>
      </dsp:txBody>
      <dsp:txXfrm>
        <a:off x="0" y="1941343"/>
        <a:ext cx="3985117" cy="6471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5C224-5470-4CF5-832E-1ABDF8FC5311}">
      <dsp:nvSpPr>
        <dsp:cNvPr id="0" name=""/>
        <dsp:cNvSpPr/>
      </dsp:nvSpPr>
      <dsp:spPr>
        <a:xfrm>
          <a:off x="0" y="0"/>
          <a:ext cx="345492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E14F3-D04A-4862-A8E9-C75F97B44F88}">
      <dsp:nvSpPr>
        <dsp:cNvPr id="0" name=""/>
        <dsp:cNvSpPr/>
      </dsp:nvSpPr>
      <dsp:spPr>
        <a:xfrm>
          <a:off x="0" y="0"/>
          <a:ext cx="3454921" cy="86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Central Region: 4.7M trips.</a:t>
          </a:r>
        </a:p>
      </dsp:txBody>
      <dsp:txXfrm>
        <a:off x="0" y="0"/>
        <a:ext cx="3454921" cy="861958"/>
      </dsp:txXfrm>
    </dsp:sp>
    <dsp:sp modelId="{67476A84-754D-494D-9415-24E461FA1B75}">
      <dsp:nvSpPr>
        <dsp:cNvPr id="0" name=""/>
        <dsp:cNvSpPr/>
      </dsp:nvSpPr>
      <dsp:spPr>
        <a:xfrm>
          <a:off x="0" y="861958"/>
          <a:ext cx="345492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E4087-1E08-4095-A6E3-CBC89F56F0B8}">
      <dsp:nvSpPr>
        <dsp:cNvPr id="0" name=""/>
        <dsp:cNvSpPr/>
      </dsp:nvSpPr>
      <dsp:spPr>
        <a:xfrm>
          <a:off x="0" y="861958"/>
          <a:ext cx="3454921" cy="86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South Region: casual riders 55.73%.</a:t>
          </a:r>
        </a:p>
      </dsp:txBody>
      <dsp:txXfrm>
        <a:off x="0" y="861958"/>
        <a:ext cx="3454921" cy="861958"/>
      </dsp:txXfrm>
    </dsp:sp>
    <dsp:sp modelId="{60069135-E36E-4EE5-ADC9-D9251E9101B4}">
      <dsp:nvSpPr>
        <dsp:cNvPr id="0" name=""/>
        <dsp:cNvSpPr/>
      </dsp:nvSpPr>
      <dsp:spPr>
        <a:xfrm>
          <a:off x="0" y="1723916"/>
          <a:ext cx="345492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F7215-B152-47FD-AB3F-DA5E7452DB92}">
      <dsp:nvSpPr>
        <dsp:cNvPr id="0" name=""/>
        <dsp:cNvSpPr/>
      </dsp:nvSpPr>
      <dsp:spPr>
        <a:xfrm>
          <a:off x="0" y="1723916"/>
          <a:ext cx="3454921" cy="86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North/East: commuter strongholds.</a:t>
          </a:r>
        </a:p>
      </dsp:txBody>
      <dsp:txXfrm>
        <a:off x="0" y="1723916"/>
        <a:ext cx="3454921" cy="861958"/>
      </dsp:txXfrm>
    </dsp:sp>
    <dsp:sp modelId="{9612025E-6AE1-47FD-8027-1E1F43B868BE}">
      <dsp:nvSpPr>
        <dsp:cNvPr id="0" name=""/>
        <dsp:cNvSpPr/>
      </dsp:nvSpPr>
      <dsp:spPr>
        <a:xfrm>
          <a:off x="0" y="2585874"/>
          <a:ext cx="345492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2636A-A78F-4E9F-88C3-DCF7CD7ABEC9}">
      <dsp:nvSpPr>
        <dsp:cNvPr id="0" name=""/>
        <dsp:cNvSpPr/>
      </dsp:nvSpPr>
      <dsp:spPr>
        <a:xfrm>
          <a:off x="0" y="2585873"/>
          <a:ext cx="3454921" cy="86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Strategy: Cyclistic Leisure Membership.</a:t>
          </a:r>
        </a:p>
      </dsp:txBody>
      <dsp:txXfrm>
        <a:off x="0" y="2585873"/>
        <a:ext cx="3454921" cy="8619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F22BC0-DA34-4976-AEAC-B056F6E2F5FC}">
      <dsp:nvSpPr>
        <dsp:cNvPr id="0" name=""/>
        <dsp:cNvSpPr/>
      </dsp:nvSpPr>
      <dsp:spPr>
        <a:xfrm>
          <a:off x="3200" y="998512"/>
          <a:ext cx="2285284" cy="14511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8F259-2E5B-4F99-B9AF-9642484C77F7}">
      <dsp:nvSpPr>
        <dsp:cNvPr id="0" name=""/>
        <dsp:cNvSpPr/>
      </dsp:nvSpPr>
      <dsp:spPr>
        <a:xfrm>
          <a:off x="257121" y="1239736"/>
          <a:ext cx="2285284" cy="1451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Behavioral marketing.</a:t>
          </a:r>
        </a:p>
      </dsp:txBody>
      <dsp:txXfrm>
        <a:off x="299624" y="1282239"/>
        <a:ext cx="2200278" cy="1366149"/>
      </dsp:txXfrm>
    </dsp:sp>
    <dsp:sp modelId="{5A8839BF-5275-4D8E-8634-A4E7E0D02674}">
      <dsp:nvSpPr>
        <dsp:cNvPr id="0" name=""/>
        <dsp:cNvSpPr/>
      </dsp:nvSpPr>
      <dsp:spPr>
        <a:xfrm>
          <a:off x="2796326" y="998512"/>
          <a:ext cx="2285284" cy="14511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FEC76A-FE94-40A7-9F64-A9430610E534}">
      <dsp:nvSpPr>
        <dsp:cNvPr id="0" name=""/>
        <dsp:cNvSpPr/>
      </dsp:nvSpPr>
      <dsp:spPr>
        <a:xfrm>
          <a:off x="3050246" y="1239736"/>
          <a:ext cx="2285284" cy="1451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Remove overage barriers.</a:t>
          </a:r>
        </a:p>
      </dsp:txBody>
      <dsp:txXfrm>
        <a:off x="3092749" y="1282239"/>
        <a:ext cx="2200278" cy="1366149"/>
      </dsp:txXfrm>
    </dsp:sp>
    <dsp:sp modelId="{014AA44A-574C-48E6-90FA-16AC48C9101B}">
      <dsp:nvSpPr>
        <dsp:cNvPr id="0" name=""/>
        <dsp:cNvSpPr/>
      </dsp:nvSpPr>
      <dsp:spPr>
        <a:xfrm>
          <a:off x="5589451" y="998512"/>
          <a:ext cx="2285284" cy="14511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483D7-9B58-4D25-BE0B-96CF25E6079A}">
      <dsp:nvSpPr>
        <dsp:cNvPr id="0" name=""/>
        <dsp:cNvSpPr/>
      </dsp:nvSpPr>
      <dsp:spPr>
        <a:xfrm>
          <a:off x="5843372" y="1239736"/>
          <a:ext cx="2285284" cy="1451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Deploy weather and geo-targeted campaigns.</a:t>
          </a:r>
        </a:p>
      </dsp:txBody>
      <dsp:txXfrm>
        <a:off x="5885875" y="1282239"/>
        <a:ext cx="2200278" cy="1366149"/>
      </dsp:txXfrm>
    </dsp:sp>
    <dsp:sp modelId="{EC458216-E1B9-4EA2-93B0-74B5DB45B1B0}">
      <dsp:nvSpPr>
        <dsp:cNvPr id="0" name=""/>
        <dsp:cNvSpPr/>
      </dsp:nvSpPr>
      <dsp:spPr>
        <a:xfrm>
          <a:off x="8382577" y="998512"/>
          <a:ext cx="2285284" cy="14511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E2946-1056-40B4-8AE4-5FAB240C68BB}">
      <dsp:nvSpPr>
        <dsp:cNvPr id="0" name=""/>
        <dsp:cNvSpPr/>
      </dsp:nvSpPr>
      <dsp:spPr>
        <a:xfrm>
          <a:off x="8636497" y="1239736"/>
          <a:ext cx="2285284" cy="1451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Track 90-day Q3 conversion trial.</a:t>
          </a:r>
        </a:p>
      </dsp:txBody>
      <dsp:txXfrm>
        <a:off x="8679000" y="1282239"/>
        <a:ext cx="2200278" cy="13661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227" y="921715"/>
            <a:ext cx="5161678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Converting Casual Riders into Annual Members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88825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7548" y="4022220"/>
            <a:ext cx="8151275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0280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227" y="4541263"/>
            <a:ext cx="4661743" cy="1395022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Cyclistic Bike-Share Case Study</a:t>
            </a:r>
          </a:p>
          <a:p>
            <a:pPr algn="l"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Presented by: Ho Jia Sheng</a:t>
            </a:r>
          </a:p>
          <a:p>
            <a:pPr algn="l"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For Cyclistic Marketing &amp; Executive Leadership Team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01CA7-AE8C-5B45-4970-0477C3653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95" y="1833443"/>
            <a:ext cx="5161677" cy="281311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88823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21" y="1410605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325" y="1683756"/>
            <a:ext cx="3114454" cy="2396359"/>
          </a:xfrm>
        </p:spPr>
        <p:txBody>
          <a:bodyPr anchor="b">
            <a:normAutofit/>
          </a:bodyPr>
          <a:lstStyle/>
          <a:p>
            <a:pPr algn="r"/>
            <a:r>
              <a:rPr lang="en-MY" sz="4000">
                <a:solidFill>
                  <a:srgbClr val="FFFFFF"/>
                </a:solidFill>
              </a:rPr>
              <a:t>The Core Business Challenge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B1508A-3599-27FA-77CE-F7F39EBB50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739397"/>
              </p:ext>
            </p:extLst>
          </p:nvPr>
        </p:nvGraphicFramePr>
        <p:xfrm>
          <a:off x="4903774" y="750440"/>
          <a:ext cx="6665097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90"/>
            <a:ext cx="12188824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03" y="240241"/>
            <a:ext cx="10757252" cy="1228299"/>
          </a:xfrm>
        </p:spPr>
        <p:txBody>
          <a:bodyPr>
            <a:normAutofit/>
          </a:bodyPr>
          <a:lstStyle/>
          <a:p>
            <a:r>
              <a:rPr lang="en-MY" sz="4000"/>
              <a:t>Who Are Our Riders?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974D11-0198-5425-890D-2540AE215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998" y="2859786"/>
            <a:ext cx="5176857" cy="2730791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7AEA1C-962C-8657-7363-C283F5B36E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811795"/>
              </p:ext>
            </p:extLst>
          </p:nvPr>
        </p:nvGraphicFramePr>
        <p:xfrm>
          <a:off x="761603" y="2321476"/>
          <a:ext cx="4863608" cy="3850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937" y="525195"/>
            <a:ext cx="3985117" cy="2806506"/>
          </a:xfrm>
        </p:spPr>
        <p:txBody>
          <a:bodyPr anchor="b">
            <a:normAutofit/>
          </a:bodyPr>
          <a:lstStyle/>
          <a:p>
            <a:r>
              <a:rPr lang="en-MY" sz="4000"/>
              <a:t>Weather &amp; Seasonal Volume Dynamics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2E4F51-35D2-AB8E-2542-8B7CA808F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7711699"/>
              </p:ext>
            </p:extLst>
          </p:nvPr>
        </p:nvGraphicFramePr>
        <p:xfrm>
          <a:off x="834937" y="3526300"/>
          <a:ext cx="3985117" cy="2588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7D5E2268-91DA-900A-3E14-5C06246D05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8819" y="211071"/>
            <a:ext cx="6323741" cy="31206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BFB95D-755B-372C-E773-2AB922B754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8818" y="3429000"/>
            <a:ext cx="6323741" cy="32035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464" y="741391"/>
            <a:ext cx="3454921" cy="1616203"/>
          </a:xfrm>
        </p:spPr>
        <p:txBody>
          <a:bodyPr anchor="b">
            <a:normAutofit/>
          </a:bodyPr>
          <a:lstStyle/>
          <a:p>
            <a:r>
              <a:rPr lang="en-MY" sz="3200"/>
              <a:t>Regional Demand Hotspots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E92952-8422-FC62-9CC6-5CF08D1CE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73" y="1677043"/>
            <a:ext cx="6387682" cy="351322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5495" y="0"/>
            <a:ext cx="123330" cy="6858000"/>
            <a:chOff x="12068638" y="0"/>
            <a:chExt cx="123362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86784D-ADC5-ABD0-24FB-3FAC82F148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464388"/>
              </p:ext>
            </p:extLst>
          </p:nvPr>
        </p:nvGraphicFramePr>
        <p:xfrm>
          <a:off x="876464" y="2533476"/>
          <a:ext cx="3454921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0714" y="0"/>
            <a:ext cx="4096144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09058" y="-5008456"/>
            <a:ext cx="2170709" cy="12188825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203" y="348865"/>
            <a:ext cx="9715580" cy="1576446"/>
          </a:xfrm>
        </p:spPr>
        <p:txBody>
          <a:bodyPr anchor="ctr">
            <a:normAutofit/>
          </a:bodyPr>
          <a:lstStyle/>
          <a:p>
            <a:r>
              <a:rPr lang="en-MY" sz="4000">
                <a:solidFill>
                  <a:srgbClr val="FFFFFF"/>
                </a:solidFill>
              </a:rPr>
              <a:t>Summary of Business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E2D832-AA0C-D2A6-6A51-4D702A4C6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5555179"/>
              </p:ext>
            </p:extLst>
          </p:nvPr>
        </p:nvGraphicFramePr>
        <p:xfrm>
          <a:off x="643888" y="2615979"/>
          <a:ext cx="10924983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183</Words>
  <Application>Microsoft Office PowerPoint</Application>
  <PresentationFormat>Custom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Converting Casual Riders into Annual Members</vt:lpstr>
      <vt:lpstr>The Core Business Challenge</vt:lpstr>
      <vt:lpstr>Who Are Our Riders?</vt:lpstr>
      <vt:lpstr>Weather &amp; Seasonal Volume Dynamics</vt:lpstr>
      <vt:lpstr>Regional Demand Hotspots</vt:lpstr>
      <vt:lpstr>Summary of 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best ing</cp:lastModifiedBy>
  <cp:revision>2</cp:revision>
  <dcterms:created xsi:type="dcterms:W3CDTF">2013-01-27T09:14:16Z</dcterms:created>
  <dcterms:modified xsi:type="dcterms:W3CDTF">2026-07-19T09:49:26Z</dcterms:modified>
  <cp:category/>
</cp:coreProperties>
</file>